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1536" r:id="rId5"/>
    <p:sldId id="261" r:id="rId6"/>
    <p:sldId id="284" r:id="rId7"/>
    <p:sldId id="15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C16F"/>
    <a:srgbClr val="60C0C3"/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1" autoAdjust="0"/>
    <p:restoredTop sz="94715" autoAdjust="0"/>
  </p:normalViewPr>
  <p:slideViewPr>
    <p:cSldViewPr snapToGrid="0">
      <p:cViewPr varScale="1">
        <p:scale>
          <a:sx n="121" d="100"/>
          <a:sy n="121" d="100"/>
        </p:scale>
        <p:origin x="57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286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21250-A1F0-4E7C-9F1A-96E3E3FAD12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14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C50A-1E29-A828-83A2-F81A0DEB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196-262D-4F39-8890-3AC3446557F7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1671-9C6D-E750-F7E8-AE44B515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D322A-78C3-879A-7B37-7CD08CEA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080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 userDrawn="1"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3A549-ED82-4E4F-ADAD-08AACE545DD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>
            <a:lvl1pPr algn="l">
              <a:defRPr sz="8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73F61-A26C-41D8-B94B-A445EA8C9A2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 userDrawn="1"/>
        </p:nvSpPr>
        <p:spPr>
          <a:xfrm rot="16200000" flipH="1">
            <a:off x="2655863" y="-2678137"/>
            <a:ext cx="6857999" cy="12214275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 userDrawn="1"/>
        </p:nvSpPr>
        <p:spPr>
          <a:xfrm rot="5400000" flipH="1">
            <a:off x="2704549" y="-1552503"/>
            <a:ext cx="5669226" cy="1113927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670580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anchor="t">
            <a:normAutofit/>
          </a:bodyPr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3315-78C9-4BBB-B5DF-F3008BC8556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65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31520"/>
            <a:ext cx="6903720" cy="3044952"/>
          </a:xfrm>
        </p:spPr>
        <p:txBody>
          <a:bodyPr anchor="t">
            <a:normAutofit/>
          </a:bodyPr>
          <a:lstStyle>
            <a:lvl1pPr algn="l">
              <a:defRPr sz="48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1C16C-FC44-5BB1-67FE-2E46B19B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E0A30-FDE0-4FEE-A676-538F683BB14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9E962-2EE4-E3D1-7786-964F1D80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68BA6-BE45-49DE-D0A8-EFAA259F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76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 userDrawn="1"/>
        </p:nvSpPr>
        <p:spPr>
          <a:xfrm rot="16200000" flipH="1">
            <a:off x="2655863" y="-2678137"/>
            <a:ext cx="6857999" cy="12214275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 userDrawn="1"/>
        </p:nvSpPr>
        <p:spPr>
          <a:xfrm rot="5400000" flipH="1">
            <a:off x="2704549" y="-1552503"/>
            <a:ext cx="5669226" cy="1113927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670580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31520"/>
            <a:ext cx="6903720" cy="3044952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C21-A53D-4BFE-ABB4-B3854BA3473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53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608576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5ACC4-E893-074F-A086-F3C5EE6DB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7AAEDD-33D5-4C71-A2A9-BD0BD02A990D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744C-74E1-2578-CFE3-9607A1E8E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F715-EAAA-F343-7DF0-B2A06F3682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D5ECA3-0963-E730-D099-22F05C4A3E76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154881-2AE9-22B6-8673-15787178E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605681"/>
            <a:ext cx="12202174" cy="2265904"/>
            <a:chOff x="0" y="-29768"/>
            <a:chExt cx="12202174" cy="15193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AE982-93F7-4C74-3CC9-33ED95851716}"/>
                </a:ext>
              </a:extLst>
            </p:cNvPr>
            <p:cNvSpPr/>
            <p:nvPr/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D71F9F-0A24-17CB-A4C2-7A44C07BB69F}"/>
                </a:ext>
              </a:extLst>
            </p:cNvPr>
            <p:cNvSpPr/>
            <p:nvPr/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0FD491-2EF0-BCB3-DD1C-76D61F1835A1}"/>
                </a:ext>
              </a:extLst>
            </p:cNvPr>
            <p:cNvSpPr/>
            <p:nvPr/>
          </p:nvSpPr>
          <p:spPr>
            <a:xfrm rot="5400000">
              <a:off x="4981251" y="-5011019"/>
              <a:ext cx="1519356" cy="11481857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608576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37280E2-EACC-6630-399E-3A403A181A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AC11FC-F97A-4B81-A1A4-C0675DB2567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C536050-8DD0-5D54-681B-A3810EFA0A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31BF9AC-6D93-2C62-4DCA-DBD48765BA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878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492679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D94DF0-746F-4885-8BFF-A9539AD6B79F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71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anchor="t">
            <a:normAutofit/>
          </a:bodyPr>
          <a:lstStyle>
            <a:lvl1pPr algn="l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4981651"/>
            <a:ext cx="3200400" cy="116311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713232"/>
            <a:ext cx="7141464" cy="5431536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8593D0-E26E-9163-7495-E2CF2EB8EAF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164C5D-9B48-44BA-A344-0073B49D7F8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E3590-F6F7-478E-7072-9BCB01CD96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D9CD61B-36AB-0D81-D61A-B18FA305D3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16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anchor="t">
            <a:normAutofit/>
          </a:bodyPr>
          <a:lstStyle>
            <a:lvl1pPr algn="l">
              <a:defRPr sz="4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653528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C139A420-CE3C-4200-8C12-93D1D059216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50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DC7D9D-1283-6B64-54B5-FD89101615C8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F997C6-45BA-9D70-4F2B-18646ED18BF4}"/>
              </a:ext>
            </a:extLst>
          </p:cNvPr>
          <p:cNvGrpSpPr/>
          <p:nvPr userDrawn="1"/>
        </p:nvGrpSpPr>
        <p:grpSpPr>
          <a:xfrm>
            <a:off x="7653528" y="0"/>
            <a:ext cx="4545541" cy="6864720"/>
            <a:chOff x="7760503" y="-18309"/>
            <a:chExt cx="4438566" cy="68830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61B878-507A-54F4-353D-8A4564709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D6592B-585B-C9BE-BC0A-69D474FE3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D94B36-1055-422B-E015-DA352D193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708E015-EBC5-FF3D-8329-E0686726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2168" y="1371600"/>
            <a:ext cx="3456430" cy="2386584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2167" y="3877056"/>
            <a:ext cx="3456431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653528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5ABF53E-9405-749D-F125-6047BB04130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661902" y="6318504"/>
            <a:ext cx="905257" cy="365760"/>
          </a:xfrm>
        </p:spPr>
        <p:txBody>
          <a:bodyPr/>
          <a:lstStyle/>
          <a:p>
            <a:fld id="{0867F805-6554-4B19-947C-032F0BC7FFEF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6A16C3B-5387-BF4E-27AA-EA2DEBADE9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02167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506ED1-C024-3620-1DD8-5C1E151E64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299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13232"/>
            <a:ext cx="4828032" cy="2953512"/>
          </a:xfrm>
        </p:spPr>
        <p:txBody>
          <a:bodyPr anchor="t">
            <a:normAutofit/>
          </a:bodyPr>
          <a:lstStyle>
            <a:lvl1pPr algn="l">
              <a:defRPr sz="44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B179717B-F8EC-4BA3-8160-AE4E76EE0CE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03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>
            <a:lvl1pPr algn="l">
              <a:defRPr sz="54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B97CBF45-FAE0-4C53-B04C-7DF1B51449D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78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 userDrawn="1"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 userDrawn="1"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 userDrawn="1"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713232"/>
            <a:ext cx="4828032" cy="2953512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CD5645A2-ECAE-40B8-8DE1-E5D730275A5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67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 userDrawn="1"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 userDrawn="1"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 userDrawn="1"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3A2C4A0A-74BB-48D3-82E0-B117A022E85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0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69B239-8070-DF64-FE04-ACD9197C1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23" y="-4329"/>
            <a:ext cx="8129869" cy="6858000"/>
            <a:chOff x="5171844" y="-11586"/>
            <a:chExt cx="7020159" cy="68695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DEE76-C142-D245-C6A2-18A09A688352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2F671C-CDF6-D829-32B5-4D80E6DFBA64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5058B4-CE97-648C-8EB8-E7B1A44E1965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119DCF0-5715-75D4-82C8-0925E2F5D3D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008" y="1371600"/>
            <a:ext cx="5724144" cy="23865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3896" y="3877056"/>
            <a:ext cx="5221224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9743" y="0"/>
            <a:ext cx="4062257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8B6DE-6BDC-E548-E682-454500FF39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922575" y="6318504"/>
            <a:ext cx="2429146" cy="365760"/>
          </a:xfrm>
        </p:spPr>
        <p:txBody>
          <a:bodyPr/>
          <a:lstStyle/>
          <a:p>
            <a:fld id="{EBA9E0FA-5E3B-456C-B190-1C5D6B2D3B5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D31AD-85B3-91B6-9D78-2DCF5F950D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86FA7BF-70D2-F141-E2D9-909CA33B72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6942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98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0067FF-8FC0-5FF9-DC0B-F73EEF801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41200" y="-4329"/>
            <a:ext cx="7750804" cy="6869586"/>
            <a:chOff x="5171844" y="-11586"/>
            <a:chExt cx="7020159" cy="68695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C4B40F-7B3C-BBFF-36BD-59C859AE7A8E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8855EC-485E-B4A6-3323-4A3F78E46444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394338-785F-15E7-EFAA-ECEDFC5E2476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2A66C2-03D0-73D4-E8EE-985427867816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7840" y="1371600"/>
            <a:ext cx="5477256" cy="2386584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5584" y="3877056"/>
            <a:ext cx="5001768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4398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15C9FF-BC61-B8E9-7257-80B103C5BDE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37448F-3F25-4489-8753-7EA5C022F9A2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F86D9F8-6602-271B-FE2D-652EC64047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00600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D8982DA-3270-78D6-CF26-D0BE324627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1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6A8AF3-9C41-BBE0-28EC-0967476ECFDF}"/>
              </a:ext>
            </a:extLst>
          </p:cNvPr>
          <p:cNvSpPr/>
          <p:nvPr userDrawn="1"/>
        </p:nvSpPr>
        <p:spPr>
          <a:xfrm rot="5400000">
            <a:off x="7143745" y="1809750"/>
            <a:ext cx="6857999" cy="3238502"/>
          </a:xfrm>
          <a:prstGeom prst="rect">
            <a:avLst/>
          </a:prstGeom>
          <a:gradFill>
            <a:gsLst>
              <a:gs pos="13000">
                <a:schemeClr val="accent2"/>
              </a:gs>
              <a:gs pos="89000">
                <a:schemeClr val="accent5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5494F-44E1-934B-42F4-366544A10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452414" y="3120964"/>
            <a:ext cx="4235570" cy="323850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58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B7FB-87C0-3079-19C7-6CED6267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8402" y="6318504"/>
            <a:ext cx="2618758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73707AF-9529-47F7-B62D-6915739C4D1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9D9E-BE0F-5E13-5AB3-CAABD589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498B2-725B-65BA-9E95-1CC3CE00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27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5D7A-1922-450E-8872-62F5AF42694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456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 userDrawn="1"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 userDrawn="1"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 userDrawn="1"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557784"/>
            <a:ext cx="6391656" cy="1143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61AD-546C-4AAE-A736-53670D5C542A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1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B93086-0808-B114-0740-521B359C1A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08038D-9EFE-3356-C148-EC8143338DF0}"/>
              </a:ext>
            </a:extLst>
          </p:cNvPr>
          <p:cNvGrpSpPr/>
          <p:nvPr userDrawn="1"/>
        </p:nvGrpSpPr>
        <p:grpSpPr>
          <a:xfrm>
            <a:off x="0" y="-14248"/>
            <a:ext cx="12192000" cy="6894986"/>
            <a:chOff x="0" y="-7622"/>
            <a:chExt cx="12192000" cy="68949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F9C2B1-B11B-9A2B-67A4-122E2DA327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AA54FE-841B-0347-5AD3-562968E9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25D360-3248-FA35-87B0-2A8DBEDC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A1D086-3B99-A3A2-B648-280F1AB4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1161288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32" y="2432304"/>
            <a:ext cx="6053328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0556115-5F08-48BB-9AAD-5F98DFFE934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1161288"/>
          </a:xfrm>
          <a:noFill/>
        </p:spPr>
        <p:txBody>
          <a:bodyPr anchor="t">
            <a:normAutofit/>
          </a:bodyPr>
          <a:lstStyle>
            <a:lvl1pPr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32" y="2432304"/>
            <a:ext cx="6053328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BDF5DD-FC76-422E-90E7-591B5FA5BB25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1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2404872"/>
            <a:ext cx="4389120" cy="1865376"/>
          </a:xfrm>
          <a:noFill/>
        </p:spPr>
        <p:txBody>
          <a:bodyPr anchor="ctr">
            <a:normAutofit/>
          </a:bodyPr>
          <a:lstStyle>
            <a:lvl1pPr algn="ctr">
              <a:defRPr sz="66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877824"/>
            <a:ext cx="5129784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906DB8-BA34-4A62-87EF-F70F9F53B17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33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1DB633-1864-45A5-BE51-B3688A1CEEA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5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564ED-1140-B258-F708-E601B50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3496" y="6428232"/>
            <a:ext cx="3136392" cy="365760"/>
          </a:xfrm>
        </p:spPr>
        <p:txBody>
          <a:bodyPr/>
          <a:lstStyle/>
          <a:p>
            <a:fld id="{8B8EDBE7-C3AC-430B-8587-7F2E5726E52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CB5D3-F8A8-B378-C9B4-F29E362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28232"/>
            <a:ext cx="4096512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639C5-351B-0FC9-E095-59AEDE47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592" y="6428232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C7208-6A52-7A25-6DD4-1FD46986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13496" y="6428232"/>
            <a:ext cx="3136392" cy="365760"/>
          </a:xfrm>
        </p:spPr>
        <p:txBody>
          <a:bodyPr/>
          <a:lstStyle/>
          <a:p>
            <a:fld id="{351671B4-782F-4447-B688-3F2572BC7CB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8BE8E-E715-EF15-B47B-2556DB43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428232"/>
            <a:ext cx="4096512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A76D9-9C8C-6ADE-22D5-391B00D0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7592" y="6428232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065F-039D-47CE-A441-ACC369394919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0810853-0A5D-8160-9DA1-63FCF890E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66704" cy="722375"/>
          </a:xfrm>
        </p:spPr>
        <p:txBody>
          <a:bodyPr anchor="t">
            <a:normAutofit/>
          </a:bodyPr>
          <a:lstStyle>
            <a:lvl1pPr algn="l">
              <a:defRPr sz="32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020824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020824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503810-521B-4F6A-82F3-8A18F775730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7A4A75-9DCC-64BE-C73B-DDE95F1E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EC4C90-6BC4-5324-A9CC-84F1C52A76E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7E4CE7-DDE9-B121-006C-B1EA3E45778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020824"/>
            <a:ext cx="4160520" cy="2825496"/>
          </a:xfrm>
        </p:spPr>
        <p:txBody>
          <a:bodyPr anchor="ctr">
            <a:normAutofit/>
          </a:bodyPr>
          <a:lstStyle>
            <a:lvl1pPr algn="r"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020824"/>
            <a:ext cx="3959352" cy="26974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27F6DE-0F73-4A00-B281-72521CF83CCF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356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A512FF-0A37-4AC0-A33C-28A4AE10005D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70432"/>
            <a:ext cx="4251960" cy="322783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6712" y="1170432"/>
            <a:ext cx="5687568" cy="47091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A675E8-8398-4EC3-B1DB-2C04007992A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 – alternate Medium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9801E1B-EFD3-4163-8A33-67DA8A464112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00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0955A0-7C44-4DF3-B90F-B92A347DEB39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D2AC62-5EFE-4C62-A6FD-2F23820B8955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675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05F4066-9F01-B79C-2223-238EF4D5A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3C8600-7288-5643-6828-817DB1C8A60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1145E3-88BC-F91E-B01F-5375FC4A04D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274320"/>
            <a:ext cx="10872216" cy="987552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5E6F8B3-4A05-4179-A0FD-A4EA97011587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528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 userDrawn="1"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 – alternate Large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B3E219-58D5-409F-9DFA-AB05004BBFB2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767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61D5048-49AF-4650-835F-433CD436405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 userDrawn="1"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 userDrawn="1"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 userDrawn="1"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– alternate XL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78F8C6-9D95-44E4-AE46-A42E63A9B25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7304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0"/>
            <a:ext cx="483717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5BD047E1-4E32-4ED1-A1F2-DE594031C39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01368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B5F7A84-F69C-14C3-58A7-A5418DFBA0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3031" y="0"/>
            <a:ext cx="484193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696C65-8B92-C00D-616E-75F9B87D2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74966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5CF959-7C50-4F74-C2B9-EDB889ABB1C3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E15898-F812-0865-E8EA-0C382138D30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3AD65-12AC-C9F9-BC16-630074C6E9F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1453896" cy="365760"/>
          </a:xfrm>
        </p:spPr>
        <p:txBody>
          <a:bodyPr/>
          <a:lstStyle/>
          <a:p>
            <a:fld id="{576BD1F6-F705-449A-8396-174F32136DF6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CFFCB-747B-18CE-B1CA-86800F14D41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12B252-0E5E-01F3-B740-90B3CFA9AD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08076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7" y="0"/>
            <a:ext cx="396849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7077AA60-B118-4889-AC4B-277A8B02D27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9142" y="0"/>
            <a:ext cx="3939493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DB8F12BC-FCDD-4026-B597-144C5072AB2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040" y="502918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8040" y="2084832"/>
            <a:ext cx="4389120" cy="41732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266D3CD-E64E-AB28-1EEC-F7CA30D261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1"/>
            <a:ext cx="6409944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72DDF2-1DCF-ED6E-B46F-C5481B11F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52B8BF-260C-7869-ECC9-65A4737A29D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7A490F-C5BE-4D6A-6333-24501D912E0A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FA3A1-170C-9EB0-EF98-9A00E9351AE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45580" y="6318504"/>
            <a:ext cx="1021580" cy="365760"/>
          </a:xfrm>
        </p:spPr>
        <p:txBody>
          <a:bodyPr/>
          <a:lstStyle/>
          <a:p>
            <a:fld id="{4BE214C9-FA61-4E65-BF1A-91864A45277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8F0C5-C653-A666-2C8B-EF516904B8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178040" y="6318504"/>
            <a:ext cx="336754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843455-3BFC-C480-EE14-CFA983FD8D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60263" y="0"/>
            <a:ext cx="6408375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0E1982AC-E354-455B-B3B8-8AE6A3392FBA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345" y="502920"/>
            <a:ext cx="4623815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49EC769-D182-1983-9C57-352B35F4B5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5" y="0"/>
            <a:ext cx="6172200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40297" y="1472184"/>
            <a:ext cx="4626863" cy="47862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CE12A3-3124-BD77-3CA4-2BA094D5B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512E58-77BD-B01E-2B37-D3C196087B9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EE4717-99E1-2AB6-E8AD-FAF1794B85E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225F5-3F39-BCEB-2C78-7154153A5A3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395678" y="6318504"/>
            <a:ext cx="1171481" cy="365760"/>
          </a:xfrm>
        </p:spPr>
        <p:txBody>
          <a:bodyPr/>
          <a:lstStyle/>
          <a:p>
            <a:fld id="{810200EB-FCA0-402A-B7B1-33E21AD5901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BA543-16A6-BD13-2E0E-D91F3215C0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40297" y="6318504"/>
            <a:ext cx="345538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2E6085-40BD-B034-DCA8-184879ABE0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44556" y="0"/>
            <a:ext cx="6224082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EB985D21-B2A4-4F38-8ED6-BA694362EEC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-1"/>
            <a:ext cx="7397496" cy="6857999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8BC5615-7E1A-435D-9122-C7D7676966C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72711" y="0"/>
            <a:ext cx="7395927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965DD02-F7E1-4EF0-B1B3-B510364553F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05656" y="722376"/>
            <a:ext cx="3417212" cy="544068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2D1000B-DD91-46C7-8C5B-72A476E645B7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1650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66" y="0"/>
            <a:ext cx="7397496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FCFE13F4-FC18-4490-99DB-C482A2C5E645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15929"/>
            <a:ext cx="12192000" cy="4506283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780D-0AD2-4AF5-BB2C-10475DA517D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700807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9C35D84-2038-43B8-87E1-39B174B42ED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2953618" cy="201168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0248" y="502920"/>
            <a:ext cx="7296912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E959C07-1179-7036-2FC4-CF6EC66C9F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172968"/>
            <a:ext cx="12192000" cy="3685032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655A3-ED64-0178-B367-0F46DD9A69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430768" y="2788920"/>
            <a:ext cx="3136392" cy="365760"/>
          </a:xfrm>
        </p:spPr>
        <p:txBody>
          <a:bodyPr/>
          <a:lstStyle/>
          <a:p>
            <a:fld id="{12A145EB-BC83-4D9F-99CE-1AFD1B145031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1A9B6-300C-45F6-9919-5519020002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2788920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10F7-2EB6-A853-1981-9DAA6DF7FC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84864" y="2788920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1801367"/>
            <a:ext cx="5243709" cy="4489704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37960" y="1801367"/>
            <a:ext cx="502920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152DAEF-BA02-40D7-96C4-22CF8180860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2293938"/>
            <a:ext cx="4669536" cy="4024566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C5C0C1B-4F26-49DF-B317-F70F5A4AA37F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944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Content Photo 16.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8" y="2293938"/>
            <a:ext cx="3645980" cy="4024565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7B5705-417F-4994-A4DE-84AF5BBCD649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0682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5A7C06-2D6E-7095-8C8D-8ED3F95CE0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E50F9B-5D48-EA9A-24F5-7337B3C771DE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7FE29A-8CCB-52F3-F8A7-3FD20F625F9C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DC6E483-3AE3-37FF-B5E7-2040AC685FD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1823A5-1321-85C2-A7F8-A83D39ED013F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D03B5C2-7838-0462-0E76-57838EC83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304" y="977770"/>
            <a:ext cx="11137392" cy="4114800"/>
          </a:xfrm>
        </p:spPr>
        <p:txBody>
          <a:bodyPr>
            <a:normAutofit/>
          </a:bodyPr>
          <a:lstStyle>
            <a:lvl1pPr algn="ctr">
              <a:defRPr sz="27800" b="1"/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9562" y="4924130"/>
            <a:ext cx="9912876" cy="154533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4716D1-3506-ECF7-D8AF-2844E09CF6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DD8751-3715-4661-9D6B-A4A34F6E67A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A6B13-B641-2F2B-F9C1-400A4BFC84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FA4FD-05D7-E445-800B-43A7FE44B3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052" y="581104"/>
            <a:ext cx="11155680" cy="4334256"/>
          </a:xfrm>
        </p:spPr>
        <p:txBody>
          <a:bodyPr>
            <a:normAutofit/>
          </a:bodyPr>
          <a:lstStyle>
            <a:lvl1pPr algn="l">
              <a:defRPr sz="27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4718304"/>
            <a:ext cx="6281928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03007-CB96-38C0-FA78-CDF806B840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D1BEC6-30D1-486C-86EF-0985FD7A0A5D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FA283-8B69-8448-DC7D-6DE3F0476B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C523-8535-BC3B-EFC6-1044D3F7EB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260" y="182880"/>
            <a:ext cx="11247120" cy="4977455"/>
          </a:xfrm>
        </p:spPr>
        <p:txBody>
          <a:bodyPr anchor="t">
            <a:noAutofit/>
          </a:bodyPr>
          <a:lstStyle>
            <a:lvl1pPr algn="l">
              <a:defRPr sz="325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4983480"/>
            <a:ext cx="6281928" cy="1353312"/>
          </a:xfrm>
        </p:spPr>
        <p:txBody>
          <a:bodyPr anchor="b"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228600" indent="0" algn="l">
              <a:buNone/>
              <a:defRPr sz="2400">
                <a:solidFill>
                  <a:schemeClr val="tx1"/>
                </a:solidFill>
              </a:defRPr>
            </a:lvl2pPr>
            <a:lvl3pPr marL="457200" indent="0" algn="l">
              <a:buNone/>
              <a:defRPr sz="2000">
                <a:solidFill>
                  <a:schemeClr val="tx1"/>
                </a:solidFill>
              </a:defRPr>
            </a:lvl3pPr>
            <a:lvl4pPr marL="685800" indent="0" algn="l">
              <a:buNone/>
              <a:defRPr sz="1800">
                <a:solidFill>
                  <a:schemeClr val="tx1"/>
                </a:solidFill>
              </a:defRPr>
            </a:lvl4pPr>
            <a:lvl5pPr marL="914400" indent="0" algn="l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1A22BB-54D5-4FC8-B555-F8BC3BC8140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01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 userDrawn="1"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548640"/>
            <a:ext cx="7935607" cy="478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600" b="1"/>
            </a:lvl1pPr>
            <a:lvl2pPr marL="228600" indent="0">
              <a:lnSpc>
                <a:spcPct val="100000"/>
              </a:lnSpc>
              <a:buNone/>
              <a:defRPr sz="5600" b="1"/>
            </a:lvl2pPr>
            <a:lvl3pPr marL="457200" indent="0">
              <a:lnSpc>
                <a:spcPct val="100000"/>
              </a:lnSpc>
              <a:buNone/>
              <a:defRPr sz="5600" b="1"/>
            </a:lvl3pPr>
            <a:lvl4pPr marL="685800" indent="0">
              <a:lnSpc>
                <a:spcPct val="100000"/>
              </a:lnSpc>
              <a:buNone/>
              <a:defRPr sz="5600" b="1"/>
            </a:lvl4pPr>
            <a:lvl5pPr marL="914400" indent="0">
              <a:lnSpc>
                <a:spcPct val="100000"/>
              </a:lnSpc>
              <a:buNone/>
              <a:defRPr sz="5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-10332" y="6388874"/>
            <a:ext cx="12199284" cy="477513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719157" y="0"/>
            <a:ext cx="472843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1CDE9-5530-27AD-F371-845225CBAE0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430768" y="6386132"/>
            <a:ext cx="313639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E237E5-2C05-430C-94A2-61DB8B3EAA7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BD0FB-DF25-A357-E7A1-DE73856D8C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86132"/>
            <a:ext cx="40965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A7A1A-40D3-94ED-3398-E5F9BADBC5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84864" y="6386132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44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6999E5-D287-420B-976A-C27FA1ACB8DB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34636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8012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3934-FF5E-40BD-A7EF-BE94B0ACBBC1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02865"/>
            <a:ext cx="9198864" cy="559982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buNone/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buNone/>
              <a:defRPr sz="20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buNone/>
              <a:defRPr sz="1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buNone/>
              <a:defRPr sz="16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771DE8-E061-3895-510A-61CBC2443569}"/>
              </a:ext>
            </a:extLst>
          </p:cNvPr>
          <p:cNvGrpSpPr/>
          <p:nvPr userDrawn="1"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2E260E-763F-A06B-2808-39975829F205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82642F-D94D-7313-EB9D-48E3CBEDD19C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AF07BFD-B9D2-EC0A-E652-91B14A953CD7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4CA2AB-CF12-B4C5-473B-8012BA7C6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FE3343-9C91-4096-99FF-ECBDF38E6A84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-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DE4581-CCFE-13FF-B53C-592638067FCF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60AF8B-1447-F11B-317A-2B62BF427200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607FDD-F605-68F1-7AA0-8C46B55839F8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7C2197-4AA5-2448-A5C9-5616910115AD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61D807-E465-A2B1-482D-442EF66B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6778F49-4B68-120E-A1F3-0E4E0A1907FA}"/>
              </a:ext>
            </a:extLst>
          </p:cNvPr>
          <p:cNvSpPr/>
          <p:nvPr userDrawn="1"/>
        </p:nvSpPr>
        <p:spPr>
          <a:xfrm>
            <a:off x="803940" y="778051"/>
            <a:ext cx="10577340" cy="53083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1pPr>
            <a:lvl2pPr marL="2286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2pPr>
            <a:lvl3pPr marL="4572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3pPr>
            <a:lvl4pPr marL="6858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4pPr>
            <a:lvl5pPr marL="914400" indent="0">
              <a:buNone/>
              <a:defRPr lang="en-US" b="1" dirty="0">
                <a:gradFill>
                  <a:gsLst>
                    <a:gs pos="0">
                      <a:schemeClr val="accent5"/>
                    </a:gs>
                    <a:gs pos="99000">
                      <a:schemeClr val="accent2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Quote Author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09B1C-CE9D-4940-AB37-92194140AE23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88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A7374B-034F-DC15-AAE6-F4EEF684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C328D3-B18B-24BD-03FA-227757B1BD0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D7C039-2BFE-AA4E-98FF-0FB05C26829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DC2A72-E563-CD29-C82F-E6F44278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A0D5-708A-43AB-A631-CC05967A9D6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39EBEAB-D6C7-76FD-D09E-300CFDFF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EFD7D0D-5253-7FBF-942F-E305F490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EE128E1-0CDA-47A1-D35D-9C25479E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9BAD8-E856-5A54-5FB5-85E6CAC4E30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FCF455-BD54-50B4-8076-41DC7D47954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753856-64E9-57B8-BA9A-9192CD4E9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88952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BB5D38-3664-8477-8F8A-91B17B1EE50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A8525-6EB9-D4F1-AB1C-1F0B1952FC3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92984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78600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5FDC78-0A9E-49C8-8A38-9E53DCF02CC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020825"/>
            <a:ext cx="5166360" cy="42976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015341"/>
            <a:ext cx="5166360" cy="43031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F6C83-0707-1E19-34F9-FDA8120FE3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CA9959E-7598-40EA-A31B-5530B1413770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CDB76-28FD-D889-FD29-B75FE2B5FE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D04B2-E95F-4EE6-17BF-F49CBC9673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5E196D-7162-46EF-9232-0FDF280FAB25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452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682496"/>
            <a:ext cx="5166360" cy="8229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615609"/>
            <a:ext cx="5166360" cy="37028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615608"/>
            <a:ext cx="5166360" cy="37028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1682496"/>
            <a:ext cx="5166360" cy="82296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4F6644-90F3-4C1F-B26D-101843FBA04D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 userDrawn="1"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356AF25-AACD-457E-A9BE-05FA456CFEA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764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6AF9-366E-42AA-B98F-986F29AA39A9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3869-340B-41DF-9C65-735FB09356D1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330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542D-74EF-452C-A9C9-E0B5C96C7E4C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12B39-F9DE-4E2E-B0B1-92016F27481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978" y="342016"/>
            <a:ext cx="6413182" cy="59764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1DDDC8-40D5-4DAD-BF29-757577A849D9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2AFD6D-B377-424B-9CD3-33053FB354ED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49025BC-4BFA-E0C2-FF97-41BAA095276F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EA83D6-9F10-BAFA-4A0E-2C7D635E16F5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725F78-FBE8-D2B2-5D49-CBD7134499FE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AFBDE7-0927-9426-0191-A5F53955EFFB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39F2B59-0408-6542-E295-DDB107F0E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51ED59C-915C-FE0F-DB39-433B53F9766C}"/>
              </a:ext>
            </a:extLst>
          </p:cNvPr>
          <p:cNvSpPr/>
          <p:nvPr userDrawn="1"/>
        </p:nvSpPr>
        <p:spPr>
          <a:xfrm>
            <a:off x="-22275" y="2791691"/>
            <a:ext cx="12214275" cy="4082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575304"/>
            <a:ext cx="10890374" cy="2743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B464BDC-3DB9-496B-9DFB-E48CB1D37871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38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DD8D24-88B3-D4D5-4D33-225698C54E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D35055-6D74-A348-4718-905599970CC5}"/>
              </a:ext>
            </a:extLst>
          </p:cNvPr>
          <p:cNvGrpSpPr/>
          <p:nvPr userDrawn="1"/>
        </p:nvGrpSpPr>
        <p:grpSpPr>
          <a:xfrm>
            <a:off x="-22275" y="-6922"/>
            <a:ext cx="12214275" cy="6888025"/>
            <a:chOff x="-22275" y="-6922"/>
            <a:chExt cx="12214275" cy="68880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C4D1BF-2265-9B4D-FEAA-1FD4A17B249F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D69BAF-14B6-1A1F-BBF0-F95A0950A281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664D15-0667-8496-3D7B-C849F4439E7C}"/>
                </a:ext>
              </a:extLst>
            </p:cNvPr>
            <p:cNvSpPr/>
            <p:nvPr/>
          </p:nvSpPr>
          <p:spPr>
            <a:xfrm flipH="1">
              <a:off x="-9524" y="-6922"/>
              <a:ext cx="3836566" cy="6888025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DC6ADF-036F-62C6-3833-2B70F669F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6EAF4F-BB04-837F-1279-216965ED79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28A920-EAE5-43D0-A025-2D3173FC8677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F7E0F60-3E19-4B79-DA8B-83F675116A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4173F19-7D89-B9D2-9328-AA60462B18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FB9CE5-82CB-4BBC-9F10-5FF8E4795D9F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2">
    <p:bg>
      <p:bgPr>
        <a:gradFill flip="none" rotWithShape="1">
          <a:gsLst>
            <a:gs pos="0">
              <a:schemeClr val="accent5"/>
            </a:gs>
            <a:gs pos="100000">
              <a:schemeClr val="accent2"/>
            </a:gs>
          </a:gsLst>
          <a:lin ang="14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FBC045-0373-ACEC-D701-C29531DB3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38000">
                <a:schemeClr val="accent5"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661E70-41DE-F244-2F5E-1D22BCE828CF}"/>
              </a:ext>
            </a:extLst>
          </p:cNvPr>
          <p:cNvSpPr/>
          <p:nvPr/>
        </p:nvSpPr>
        <p:spPr>
          <a:xfrm>
            <a:off x="7693892" y="0"/>
            <a:ext cx="4498108" cy="6858000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8000">
                <a:schemeClr val="accent5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18C905-89DD-DA9A-6CC9-8B2F0FD5CF6F}"/>
              </a:ext>
            </a:extLst>
          </p:cNvPr>
          <p:cNvSpPr/>
          <p:nvPr/>
        </p:nvSpPr>
        <p:spPr>
          <a:xfrm>
            <a:off x="0" y="0"/>
            <a:ext cx="5057929" cy="6017255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52000"/>
                </a:schemeClr>
              </a:gs>
              <a:gs pos="32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/>
          <a:p>
            <a:fld id="{CD86A983-584A-47C0-8D55-107F27E09F85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40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noFill/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318504"/>
            <a:ext cx="3337584" cy="365125"/>
          </a:xfrm>
        </p:spPr>
        <p:txBody>
          <a:bodyPr/>
          <a:lstStyle/>
          <a:p>
            <a:fld id="{08352BE3-0FCF-4C63-8E35-7BD4F57072CE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84864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073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BC6ED5-DBEC-4BA5-9BFE-9A5E0ED8D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457199"/>
            <a:ext cx="11731752" cy="117605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4AF8E1-6D3D-7A31-0DD3-7B583B821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320120" y="2020391"/>
            <a:ext cx="9378501" cy="2410190"/>
            <a:chOff x="1320120" y="2020391"/>
            <a:chExt cx="9378501" cy="2410190"/>
          </a:xfrm>
        </p:grpSpPr>
        <p:sp>
          <p:nvSpPr>
            <p:cNvPr id="8" name="Freeform: Shape 7" descr="timeline ">
              <a:extLst>
                <a:ext uri="{FF2B5EF4-FFF2-40B4-BE49-F238E27FC236}">
                  <a16:creationId xmlns:a16="http://schemas.microsoft.com/office/drawing/2014/main" id="{95FFD2E4-8235-F2BF-A205-9D552619322C}"/>
                </a:ext>
              </a:extLst>
            </p:cNvPr>
            <p:cNvSpPr/>
            <p:nvPr/>
          </p:nvSpPr>
          <p:spPr>
            <a:xfrm flipH="1" flipV="1">
              <a:off x="1392439" y="2020391"/>
              <a:ext cx="9252295" cy="2410190"/>
            </a:xfrm>
            <a:custGeom>
              <a:avLst/>
              <a:gdLst>
                <a:gd name="connsiteX0" fmla="*/ 1192508 w 9252295"/>
                <a:gd name="connsiteY0" fmla="*/ 2410190 h 2410190"/>
                <a:gd name="connsiteX1" fmla="*/ 0 w 9252295"/>
                <a:gd name="connsiteY1" fmla="*/ 1217682 h 2410190"/>
                <a:gd name="connsiteX2" fmla="*/ 1107 w 9252295"/>
                <a:gd name="connsiteY2" fmla="*/ 1206703 h 2410190"/>
                <a:gd name="connsiteX3" fmla="*/ 96158 w 9252295"/>
                <a:gd name="connsiteY3" fmla="*/ 1206703 h 2410190"/>
                <a:gd name="connsiteX4" fmla="*/ 95051 w 9252295"/>
                <a:gd name="connsiteY4" fmla="*/ 1217682 h 2410190"/>
                <a:gd name="connsiteX5" fmla="*/ 1192508 w 9252295"/>
                <a:gd name="connsiteY5" fmla="*/ 2315139 h 2410190"/>
                <a:gd name="connsiteX6" fmla="*/ 2289965 w 9252295"/>
                <a:gd name="connsiteY6" fmla="*/ 1217682 h 2410190"/>
                <a:gd name="connsiteX7" fmla="*/ 2289554 w 9252295"/>
                <a:gd name="connsiteY7" fmla="*/ 1209531 h 2410190"/>
                <a:gd name="connsiteX8" fmla="*/ 2290085 w 9252295"/>
                <a:gd name="connsiteY8" fmla="*/ 1209531 h 2410190"/>
                <a:gd name="connsiteX9" fmla="*/ 2295831 w 9252295"/>
                <a:gd name="connsiteY9" fmla="*/ 1095755 h 2410190"/>
                <a:gd name="connsiteX10" fmla="*/ 3482182 w 9252295"/>
                <a:gd name="connsiteY10" fmla="*/ 25174 h 2410190"/>
                <a:gd name="connsiteX11" fmla="*/ 4668533 w 9252295"/>
                <a:gd name="connsiteY11" fmla="*/ 1095755 h 2410190"/>
                <a:gd name="connsiteX12" fmla="*/ 4674278 w 9252295"/>
                <a:gd name="connsiteY12" fmla="*/ 1209531 h 2410190"/>
                <a:gd name="connsiteX13" fmla="*/ 4673516 w 9252295"/>
                <a:gd name="connsiteY13" fmla="*/ 1209531 h 2410190"/>
                <a:gd name="connsiteX14" fmla="*/ 4678322 w 9252295"/>
                <a:gd name="connsiteY14" fmla="*/ 1304717 h 2410190"/>
                <a:gd name="connsiteX15" fmla="*/ 5770114 w 9252295"/>
                <a:gd name="connsiteY15" fmla="*/ 2289966 h 2410190"/>
                <a:gd name="connsiteX16" fmla="*/ 6861904 w 9252295"/>
                <a:gd name="connsiteY16" fmla="*/ 1304717 h 2410190"/>
                <a:gd name="connsiteX17" fmla="*/ 6867159 w 9252295"/>
                <a:gd name="connsiteY17" fmla="*/ 1200660 h 2410190"/>
                <a:gd name="connsiteX18" fmla="*/ 6867690 w 9252295"/>
                <a:gd name="connsiteY18" fmla="*/ 1200660 h 2410190"/>
                <a:gd name="connsiteX19" fmla="*/ 6867279 w 9252295"/>
                <a:gd name="connsiteY19" fmla="*/ 1192508 h 2410190"/>
                <a:gd name="connsiteX20" fmla="*/ 8059787 w 9252295"/>
                <a:gd name="connsiteY20" fmla="*/ 0 h 2410190"/>
                <a:gd name="connsiteX21" fmla="*/ 9252295 w 9252295"/>
                <a:gd name="connsiteY21" fmla="*/ 1192508 h 2410190"/>
                <a:gd name="connsiteX22" fmla="*/ 9251964 w 9252295"/>
                <a:gd name="connsiteY22" fmla="*/ 1195794 h 2410190"/>
                <a:gd name="connsiteX23" fmla="*/ 9156913 w 9252295"/>
                <a:gd name="connsiteY23" fmla="*/ 1195794 h 2410190"/>
                <a:gd name="connsiteX24" fmla="*/ 9157244 w 9252295"/>
                <a:gd name="connsiteY24" fmla="*/ 1192508 h 2410190"/>
                <a:gd name="connsiteX25" fmla="*/ 8059787 w 9252295"/>
                <a:gd name="connsiteY25" fmla="*/ 95051 h 2410190"/>
                <a:gd name="connsiteX26" fmla="*/ 6962330 w 9252295"/>
                <a:gd name="connsiteY26" fmla="*/ 1192508 h 2410190"/>
                <a:gd name="connsiteX27" fmla="*/ 6962741 w 9252295"/>
                <a:gd name="connsiteY27" fmla="*/ 1200660 h 2410190"/>
                <a:gd name="connsiteX28" fmla="*/ 6962209 w 9252295"/>
                <a:gd name="connsiteY28" fmla="*/ 1200660 h 2410190"/>
                <a:gd name="connsiteX29" fmla="*/ 6956464 w 9252295"/>
                <a:gd name="connsiteY29" fmla="*/ 1314435 h 2410190"/>
                <a:gd name="connsiteX30" fmla="*/ 5770114 w 9252295"/>
                <a:gd name="connsiteY30" fmla="*/ 2385016 h 2410190"/>
                <a:gd name="connsiteX31" fmla="*/ 4583763 w 9252295"/>
                <a:gd name="connsiteY31" fmla="*/ 1314435 h 2410190"/>
                <a:gd name="connsiteX32" fmla="*/ 4578017 w 9252295"/>
                <a:gd name="connsiteY32" fmla="*/ 1200660 h 2410190"/>
                <a:gd name="connsiteX33" fmla="*/ 4578780 w 9252295"/>
                <a:gd name="connsiteY33" fmla="*/ 1200660 h 2410190"/>
                <a:gd name="connsiteX34" fmla="*/ 4573974 w 9252295"/>
                <a:gd name="connsiteY34" fmla="*/ 1105474 h 2410190"/>
                <a:gd name="connsiteX35" fmla="*/ 3482182 w 9252295"/>
                <a:gd name="connsiteY35" fmla="*/ 120225 h 2410190"/>
                <a:gd name="connsiteX36" fmla="*/ 2390391 w 9252295"/>
                <a:gd name="connsiteY36" fmla="*/ 1105474 h 2410190"/>
                <a:gd name="connsiteX37" fmla="*/ 2385136 w 9252295"/>
                <a:gd name="connsiteY37" fmla="*/ 1209531 h 2410190"/>
                <a:gd name="connsiteX38" fmla="*/ 2384604 w 9252295"/>
                <a:gd name="connsiteY38" fmla="*/ 1209531 h 2410190"/>
                <a:gd name="connsiteX39" fmla="*/ 2385016 w 9252295"/>
                <a:gd name="connsiteY39" fmla="*/ 1217682 h 2410190"/>
                <a:gd name="connsiteX40" fmla="*/ 1192508 w 9252295"/>
                <a:gd name="connsiteY40" fmla="*/ 2410190 h 241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252295" h="2410190">
                  <a:moveTo>
                    <a:pt x="1192508" y="2410190"/>
                  </a:moveTo>
                  <a:cubicBezTo>
                    <a:pt x="533904" y="2410190"/>
                    <a:pt x="0" y="1876286"/>
                    <a:pt x="0" y="1217682"/>
                  </a:cubicBezTo>
                  <a:lnTo>
                    <a:pt x="1107" y="1206703"/>
                  </a:lnTo>
                  <a:lnTo>
                    <a:pt x="96158" y="1206703"/>
                  </a:lnTo>
                  <a:lnTo>
                    <a:pt x="95051" y="1217682"/>
                  </a:lnTo>
                  <a:cubicBezTo>
                    <a:pt x="95051" y="1823791"/>
                    <a:pt x="586400" y="2315139"/>
                    <a:pt x="1192508" y="2315139"/>
                  </a:cubicBezTo>
                  <a:cubicBezTo>
                    <a:pt x="1798616" y="2315139"/>
                    <a:pt x="2289965" y="1823791"/>
                    <a:pt x="2289965" y="1217682"/>
                  </a:cubicBezTo>
                  <a:lnTo>
                    <a:pt x="2289554" y="1209531"/>
                  </a:lnTo>
                  <a:lnTo>
                    <a:pt x="2290085" y="1209531"/>
                  </a:lnTo>
                  <a:lnTo>
                    <a:pt x="2295831" y="1095755"/>
                  </a:lnTo>
                  <a:cubicBezTo>
                    <a:pt x="2356899" y="494427"/>
                    <a:pt x="2864742" y="25174"/>
                    <a:pt x="3482182" y="25174"/>
                  </a:cubicBezTo>
                  <a:cubicBezTo>
                    <a:pt x="4099623" y="25174"/>
                    <a:pt x="4607465" y="494427"/>
                    <a:pt x="4668533" y="1095755"/>
                  </a:cubicBezTo>
                  <a:lnTo>
                    <a:pt x="4674278" y="1209531"/>
                  </a:lnTo>
                  <a:lnTo>
                    <a:pt x="4673516" y="1209531"/>
                  </a:lnTo>
                  <a:lnTo>
                    <a:pt x="4678322" y="1304717"/>
                  </a:lnTo>
                  <a:cubicBezTo>
                    <a:pt x="4734523" y="1858116"/>
                    <a:pt x="5201886" y="2289966"/>
                    <a:pt x="5770114" y="2289966"/>
                  </a:cubicBezTo>
                  <a:cubicBezTo>
                    <a:pt x="6338340" y="2289966"/>
                    <a:pt x="6805704" y="1858116"/>
                    <a:pt x="6861904" y="1304717"/>
                  </a:cubicBezTo>
                  <a:lnTo>
                    <a:pt x="6867159" y="1200660"/>
                  </a:lnTo>
                  <a:lnTo>
                    <a:pt x="6867690" y="1200660"/>
                  </a:lnTo>
                  <a:lnTo>
                    <a:pt x="6867279" y="1192508"/>
                  </a:lnTo>
                  <a:cubicBezTo>
                    <a:pt x="6867279" y="533905"/>
                    <a:pt x="7401183" y="0"/>
                    <a:pt x="8059787" y="0"/>
                  </a:cubicBezTo>
                  <a:cubicBezTo>
                    <a:pt x="8718390" y="0"/>
                    <a:pt x="9252295" y="533905"/>
                    <a:pt x="9252295" y="1192508"/>
                  </a:cubicBezTo>
                  <a:lnTo>
                    <a:pt x="9251964" y="1195794"/>
                  </a:lnTo>
                  <a:lnTo>
                    <a:pt x="9156913" y="1195794"/>
                  </a:lnTo>
                  <a:lnTo>
                    <a:pt x="9157244" y="1192508"/>
                  </a:lnTo>
                  <a:cubicBezTo>
                    <a:pt x="9157244" y="586400"/>
                    <a:pt x="8665895" y="95051"/>
                    <a:pt x="8059787" y="95051"/>
                  </a:cubicBezTo>
                  <a:cubicBezTo>
                    <a:pt x="7453679" y="95051"/>
                    <a:pt x="6962330" y="586400"/>
                    <a:pt x="6962330" y="1192508"/>
                  </a:cubicBezTo>
                  <a:lnTo>
                    <a:pt x="6962741" y="1200660"/>
                  </a:lnTo>
                  <a:lnTo>
                    <a:pt x="6962209" y="1200660"/>
                  </a:lnTo>
                  <a:lnTo>
                    <a:pt x="6956464" y="1314435"/>
                  </a:lnTo>
                  <a:cubicBezTo>
                    <a:pt x="6895396" y="1915764"/>
                    <a:pt x="6387554" y="2385016"/>
                    <a:pt x="5770114" y="2385016"/>
                  </a:cubicBezTo>
                  <a:cubicBezTo>
                    <a:pt x="5152672" y="2385016"/>
                    <a:pt x="4644831" y="1915764"/>
                    <a:pt x="4583763" y="1314435"/>
                  </a:cubicBezTo>
                  <a:lnTo>
                    <a:pt x="4578017" y="1200660"/>
                  </a:lnTo>
                  <a:lnTo>
                    <a:pt x="4578780" y="1200660"/>
                  </a:lnTo>
                  <a:lnTo>
                    <a:pt x="4573974" y="1105474"/>
                  </a:lnTo>
                  <a:cubicBezTo>
                    <a:pt x="4517772" y="552075"/>
                    <a:pt x="4050409" y="120225"/>
                    <a:pt x="3482182" y="120225"/>
                  </a:cubicBezTo>
                  <a:cubicBezTo>
                    <a:pt x="2913956" y="120225"/>
                    <a:pt x="2446592" y="552075"/>
                    <a:pt x="2390391" y="1105474"/>
                  </a:cubicBezTo>
                  <a:lnTo>
                    <a:pt x="2385136" y="1209531"/>
                  </a:lnTo>
                  <a:lnTo>
                    <a:pt x="2384604" y="1209531"/>
                  </a:lnTo>
                  <a:lnTo>
                    <a:pt x="2385016" y="1217682"/>
                  </a:lnTo>
                  <a:cubicBezTo>
                    <a:pt x="2385016" y="1876286"/>
                    <a:pt x="1851111" y="2410190"/>
                    <a:pt x="1192508" y="2410190"/>
                  </a:cubicBezTo>
                  <a:close/>
                </a:path>
              </a:pathLst>
            </a:custGeom>
            <a:gradFill flip="none" rotWithShape="1">
              <a:gsLst>
                <a:gs pos="61000">
                  <a:schemeClr val="accent6"/>
                </a:gs>
                <a:gs pos="39000">
                  <a:schemeClr val="accent5"/>
                </a:gs>
                <a:gs pos="18000">
                  <a:schemeClr val="accent4"/>
                </a:gs>
                <a:gs pos="92000">
                  <a:schemeClr val="accent3"/>
                </a:gs>
              </a:gsLst>
              <a:lin ang="10800000" scaled="0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000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 descr="timeline endpoints">
              <a:extLst>
                <a:ext uri="{FF2B5EF4-FFF2-40B4-BE49-F238E27FC236}">
                  <a16:creationId xmlns:a16="http://schemas.microsoft.com/office/drawing/2014/main" id="{FD500365-FF2B-BD97-E160-2EE37926D791}"/>
                </a:ext>
              </a:extLst>
            </p:cNvPr>
            <p:cNvSpPr/>
            <p:nvPr/>
          </p:nvSpPr>
          <p:spPr>
            <a:xfrm>
              <a:off x="1320120" y="3149771"/>
              <a:ext cx="218092" cy="218092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 descr="timeline endpoints">
              <a:extLst>
                <a:ext uri="{FF2B5EF4-FFF2-40B4-BE49-F238E27FC236}">
                  <a16:creationId xmlns:a16="http://schemas.microsoft.com/office/drawing/2014/main" id="{34C8CF17-1B0C-28D1-6E4D-5187FFFDCE2D}"/>
                </a:ext>
              </a:extLst>
            </p:cNvPr>
            <p:cNvSpPr/>
            <p:nvPr/>
          </p:nvSpPr>
          <p:spPr>
            <a:xfrm>
              <a:off x="10480529" y="3149771"/>
              <a:ext cx="218092" cy="21809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20A472"/>
                </a:solidFill>
              </a:endParaRPr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8AC32E-428F-9A0A-3195-B3423A2C93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0355" y="2660943"/>
            <a:ext cx="1161288" cy="1161288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Q1</a:t>
            </a:r>
          </a:p>
        </p:txBody>
      </p:sp>
      <p:sp>
        <p:nvSpPr>
          <p:cNvPr id="18" name="Text Placeholder 48">
            <a:extLst>
              <a:ext uri="{FF2B5EF4-FFF2-40B4-BE49-F238E27FC236}">
                <a16:creationId xmlns:a16="http://schemas.microsoft.com/office/drawing/2014/main" id="{D127D48E-3E09-48C7-AB33-FBD643EFA5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50">
            <a:extLst>
              <a:ext uri="{FF2B5EF4-FFF2-40B4-BE49-F238E27FC236}">
                <a16:creationId xmlns:a16="http://schemas.microsoft.com/office/drawing/2014/main" id="{A1B91BF4-B790-4F67-98EB-FE905527BF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3914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8A1666A-610A-35B4-038A-027C26F293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9505" y="2660943"/>
            <a:ext cx="1161288" cy="1161288"/>
          </a:xfrm>
          <a:prstGeom prst="ellipse">
            <a:avLst/>
          </a:prstGeom>
          <a:ln w="38100">
            <a:solidFill>
              <a:schemeClr val="accent5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5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Q2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CCA5F33F-1634-427F-92BF-99A5ED52A4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084F28D2-C99C-44DC-95CF-A18847F3B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4076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FDDA6AC-3BDE-259D-EBBE-6A7B12A217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8655" y="2660943"/>
            <a:ext cx="1161288" cy="1161288"/>
          </a:xfrm>
          <a:prstGeom prst="ellipse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Q3</a:t>
            </a:r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2402522A-E098-4FB5-B454-D6FC98D90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18CF51EA-CDE2-4AA1-83CB-9DC6E212C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4238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DFBC172-3AC7-02D5-403B-5AB8BAB349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77805" y="2644842"/>
            <a:ext cx="1161288" cy="1161288"/>
          </a:xfrm>
          <a:prstGeom prst="ellipse">
            <a:avLst/>
          </a:prstGeom>
          <a:ln w="3810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Q4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FE2BFCE7-D8D1-42B7-97F2-78B1D2CB5F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50">
            <a:extLst>
              <a:ext uri="{FF2B5EF4-FFF2-40B4-BE49-F238E27FC236}">
                <a16:creationId xmlns:a16="http://schemas.microsoft.com/office/drawing/2014/main" id="{0C4E8DE7-5691-4470-BC2C-F9F6532248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4400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96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6B35BF3F-16B5-4455-9940-525560AFDC68}" type="datetime1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677" r:id="rId2"/>
    <p:sldLayoutId id="2147483782" r:id="rId3"/>
    <p:sldLayoutId id="2147483783" r:id="rId4"/>
    <p:sldLayoutId id="2147483784" r:id="rId5"/>
    <p:sldLayoutId id="2147483785" r:id="rId6"/>
    <p:sldLayoutId id="2147483712" r:id="rId7"/>
    <p:sldLayoutId id="2147483792" r:id="rId8"/>
    <p:sldLayoutId id="2147483791" r:id="rId9"/>
    <p:sldLayoutId id="2147483793" r:id="rId10"/>
    <p:sldLayoutId id="2147483794" r:id="rId11"/>
    <p:sldLayoutId id="2147483795" r:id="rId12"/>
    <p:sldLayoutId id="2147483796" r:id="rId13"/>
    <p:sldLayoutId id="2147483817" r:id="rId14"/>
    <p:sldLayoutId id="2147483797" r:id="rId15"/>
    <p:sldLayoutId id="2147483818" r:id="rId16"/>
    <p:sldLayoutId id="2147483798" r:id="rId17"/>
    <p:sldLayoutId id="2147483799" r:id="rId18"/>
    <p:sldLayoutId id="2147483729" r:id="rId19"/>
    <p:sldLayoutId id="2147483786" r:id="rId20"/>
    <p:sldLayoutId id="2147483787" r:id="rId21"/>
    <p:sldLayoutId id="2147483716" r:id="rId22"/>
    <p:sldLayoutId id="2147483788" r:id="rId23"/>
    <p:sldLayoutId id="2147483789" r:id="rId24"/>
    <p:sldLayoutId id="2147483790" r:id="rId25"/>
    <p:sldLayoutId id="2147483713" r:id="rId26"/>
    <p:sldLayoutId id="2147483732" r:id="rId27"/>
    <p:sldLayoutId id="2147483662" r:id="rId28"/>
    <p:sldLayoutId id="2147483679" r:id="rId29"/>
    <p:sldLayoutId id="2147483800" r:id="rId30"/>
    <p:sldLayoutId id="2147483680" r:id="rId31"/>
    <p:sldLayoutId id="2147483681" r:id="rId32"/>
    <p:sldLayoutId id="2147483801" r:id="rId33"/>
    <p:sldLayoutId id="2147483778" r:id="rId34"/>
    <p:sldLayoutId id="2147483803" r:id="rId35"/>
    <p:sldLayoutId id="2147483819" r:id="rId36"/>
    <p:sldLayoutId id="2147483804" r:id="rId37"/>
    <p:sldLayoutId id="2147483777" r:id="rId38"/>
    <p:sldLayoutId id="2147483805" r:id="rId39"/>
    <p:sldLayoutId id="2147483689" r:id="rId40"/>
    <p:sldLayoutId id="2147483690" r:id="rId41"/>
    <p:sldLayoutId id="2147483707" r:id="rId42"/>
    <p:sldLayoutId id="2147483708" r:id="rId43"/>
    <p:sldLayoutId id="2147483692" r:id="rId44"/>
    <p:sldLayoutId id="2147483691" r:id="rId45"/>
    <p:sldLayoutId id="2147483743" r:id="rId46"/>
    <p:sldLayoutId id="2147483744" r:id="rId47"/>
    <p:sldLayoutId id="2147483694" r:id="rId48"/>
    <p:sldLayoutId id="2147483770" r:id="rId49"/>
    <p:sldLayoutId id="2147483821" r:id="rId50"/>
    <p:sldLayoutId id="2147483769" r:id="rId51"/>
    <p:sldLayoutId id="2147483771" r:id="rId52"/>
    <p:sldLayoutId id="2147483693" r:id="rId53"/>
    <p:sldLayoutId id="2147483711" r:id="rId54"/>
    <p:sldLayoutId id="2147483672" r:id="rId55"/>
    <p:sldLayoutId id="2147483809" r:id="rId56"/>
    <p:sldLayoutId id="2147483810" r:id="rId57"/>
    <p:sldLayoutId id="2147483740" r:id="rId58"/>
    <p:sldLayoutId id="2147483779" r:id="rId59"/>
    <p:sldLayoutId id="2147483811" r:id="rId60"/>
    <p:sldLayoutId id="2147483823" r:id="rId61"/>
    <p:sldLayoutId id="2147483816" r:id="rId62"/>
    <p:sldLayoutId id="2147483757" r:id="rId63"/>
    <p:sldLayoutId id="2147483762" r:id="rId64"/>
    <p:sldLayoutId id="2147483820" r:id="rId65"/>
    <p:sldLayoutId id="2147483764" r:id="rId66"/>
    <p:sldLayoutId id="2147483767" r:id="rId67"/>
    <p:sldLayoutId id="2147483664" r:id="rId68"/>
    <p:sldLayoutId id="2147483812" r:id="rId69"/>
    <p:sldLayoutId id="2147483665" r:id="rId70"/>
    <p:sldLayoutId id="2147483814" r:id="rId71"/>
    <p:sldLayoutId id="2147483666" r:id="rId72"/>
    <p:sldLayoutId id="2147483815" r:id="rId73"/>
    <p:sldLayoutId id="2147483667" r:id="rId74"/>
    <p:sldLayoutId id="2147483668" r:id="rId75"/>
    <p:sldLayoutId id="2147483669" r:id="rId76"/>
    <p:sldLayoutId id="2147483685" r:id="rId77"/>
    <p:sldLayoutId id="2147483822" r:id="rId78"/>
    <p:sldLayoutId id="2147483807" r:id="rId79"/>
    <p:sldLayoutId id="2147483730" r:id="rId80"/>
    <p:sldLayoutId id="2147483806" r:id="rId81"/>
    <p:sldLayoutId id="2147483825" r:id="rId82"/>
    <p:sldLayoutId id="2147483826" r:id="rId8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B74B-D1AA-E93C-107F-DE891234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C194D-494A-C749-ADE8-22874E983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502920"/>
            <a:ext cx="6429421" cy="2926080"/>
          </a:xfrm>
        </p:spPr>
        <p:txBody>
          <a:bodyPr>
            <a:normAutofit fontScale="90000"/>
          </a:bodyPr>
          <a:lstStyle/>
          <a:p>
            <a:r>
              <a:rPr lang="en-US" dirty="0"/>
              <a:t>Quantitative Evaluation of Forecast Accuracy for Investment Strategy Management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9E392D8-293F-50C4-3C24-766ADA1DE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>
            <a:normAutofit/>
          </a:bodyPr>
          <a:lstStyle/>
          <a:p>
            <a:r>
              <a:rPr lang="en-US" dirty="0"/>
              <a:t>Presented by </a:t>
            </a:r>
            <a:r>
              <a:rPr lang="en-US" dirty="0" err="1"/>
              <a:t>Wali</a:t>
            </a:r>
            <a:r>
              <a:rPr lang="en-US" dirty="0"/>
              <a:t> Siddiqui</a:t>
            </a:r>
          </a:p>
        </p:txBody>
      </p: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0479E1E7-9152-1936-7BA7-EB7532C2E7D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2" b="86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0903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0D43D-2BC1-CE37-D8ED-604028FDE1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BA19015-7880-1DE4-77E1-5655539B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857280"/>
          </a:xfrm>
        </p:spPr>
        <p:txBody>
          <a:bodyPr>
            <a:normAutofit/>
          </a:bodyPr>
          <a:lstStyle/>
          <a:p>
            <a:r>
              <a:rPr lang="en-US" sz="5400" dirty="0"/>
              <a:t>Problem Statement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99A2A2D-24FD-187F-8BDA-6A54CB922D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520042"/>
            <a:ext cx="9742636" cy="4391554"/>
          </a:xfrm>
        </p:spPr>
        <p:txBody>
          <a:bodyPr>
            <a:normAutofit/>
          </a:bodyPr>
          <a:lstStyle/>
          <a:p>
            <a:r>
              <a:rPr lang="en-US" dirty="0"/>
              <a:t>Many advanced forecasting systems are </a:t>
            </a:r>
            <a:r>
              <a:rPr lang="en-US" b="1" dirty="0"/>
              <a:t>proprietary (used by hedge funds/investment banks), expensive, or inaccessible</a:t>
            </a:r>
            <a:r>
              <a:rPr lang="en-US" dirty="0"/>
              <a:t> to everyday retail investors</a:t>
            </a:r>
          </a:p>
          <a:p>
            <a:r>
              <a:rPr lang="en-US" dirty="0"/>
              <a:t>Available tools are often </a:t>
            </a:r>
            <a:r>
              <a:rPr lang="en-US" b="1" dirty="0"/>
              <a:t>too complex and lack interpretability</a:t>
            </a:r>
            <a:r>
              <a:rPr lang="en-US" dirty="0"/>
              <a:t> for non-expert users </a:t>
            </a:r>
          </a:p>
          <a:p>
            <a:r>
              <a:rPr lang="en-US" dirty="0"/>
              <a:t>Stock price behavior varies across assets, exhibiting </a:t>
            </a:r>
            <a:r>
              <a:rPr lang="en-US" b="1" dirty="0"/>
              <a:t>linear, mean-reverting, and non-linear stochastic patterns</a:t>
            </a:r>
          </a:p>
          <a:p>
            <a:r>
              <a:rPr lang="en-US" dirty="0"/>
              <a:t>No single model consistently performs best across </a:t>
            </a:r>
            <a:r>
              <a:rPr lang="en-US" b="1" dirty="0"/>
              <a:t>different stocks and time horizons (30, 90, 365 days)</a:t>
            </a:r>
          </a:p>
          <a:p>
            <a:r>
              <a:rPr lang="en-US" dirty="0"/>
              <a:t>Limited access to frameworks for </a:t>
            </a:r>
            <a:r>
              <a:rPr lang="en-US" b="1" dirty="0" err="1"/>
              <a:t>backtesting</a:t>
            </a:r>
            <a:r>
              <a:rPr lang="en-US" b="1" dirty="0"/>
              <a:t> and ranking models based on out-of-sample accuracy</a:t>
            </a:r>
          </a:p>
          <a:p>
            <a:r>
              <a:rPr lang="en-US" dirty="0"/>
              <a:t>Investors lack tools to </a:t>
            </a:r>
            <a:r>
              <a:rPr lang="en-US" b="1" dirty="0"/>
              <a:t>systematically evaluate and compare model performance</a:t>
            </a:r>
            <a:r>
              <a:rPr lang="en-US" dirty="0"/>
              <a:t> across these varying conditions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13CE214-29C3-EA9D-3970-5DA5596A91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80355" y="2660943"/>
            <a:ext cx="1161288" cy="1161288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086B1F-4F6D-4493-AE84-2520E93642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1085" y="4817717"/>
            <a:ext cx="1796396" cy="302186"/>
          </a:xfrm>
        </p:spPr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A44816B-378D-41B5-84D7-39CECE2E45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3914" y="5210963"/>
            <a:ext cx="1813567" cy="7064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 unified platform for managing and analyzing stock performance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A8BC552-04A5-36FD-5758-5E17CB0400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79505" y="2660943"/>
            <a:ext cx="1161288" cy="1161288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EFC63F8-23B1-4F22-9868-15EB446170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4076" y="4817717"/>
            <a:ext cx="1961924" cy="302186"/>
          </a:xfrm>
        </p:spPr>
        <p:txBody>
          <a:bodyPr/>
          <a:lstStyle/>
          <a:p>
            <a:r>
              <a:rPr lang="en-US" dirty="0"/>
              <a:t>forecasting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A64E66E-DA3C-42CD-80D9-89BD3A8A4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4076" y="5210962"/>
            <a:ext cx="1813567" cy="10388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Stock forecasting is done using multiple Machine Learning models for short, medium and long term</a:t>
            </a:r>
          </a:p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F443B80-DE7B-85CB-3769-BFAB8DBE2E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8655" y="2660943"/>
            <a:ext cx="1161288" cy="1161288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5A6A695-5271-4895-88EF-663A3F593E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4238" y="4817717"/>
            <a:ext cx="1796396" cy="302186"/>
          </a:xfrm>
        </p:spPr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3CA8393-83FA-4B7B-BF41-CB601BA164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4238" y="5210962"/>
            <a:ext cx="1813567" cy="904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The app has investment simulation capability to see how invested amount grows overtime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30153FE-8F5A-E903-AD9D-FAD7244E1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77805" y="2644842"/>
            <a:ext cx="1161288" cy="1161288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CD04606-2C05-4AC9-9F6C-C0E9EDF1BC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54400" y="4817717"/>
            <a:ext cx="2574660" cy="302186"/>
          </a:xfrm>
        </p:spPr>
        <p:txBody>
          <a:bodyPr/>
          <a:lstStyle/>
          <a:p>
            <a:r>
              <a:rPr lang="en-US" dirty="0"/>
              <a:t>Forecast Ranking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A3309B0-9F41-47B2-8F25-109874864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54400" y="5210963"/>
            <a:ext cx="2273125" cy="11660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Forecast performance of different model runs on historical data is ranked based off performance for more informed investment strategy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97445-204D-7C66-F712-5D690C6C8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2" y="480951"/>
            <a:ext cx="10439484" cy="8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2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4632"/>
            <a:ext cx="10085832" cy="857280"/>
          </a:xfrm>
        </p:spPr>
        <p:txBody>
          <a:bodyPr>
            <a:normAutofit/>
          </a:bodyPr>
          <a:lstStyle/>
          <a:p>
            <a:r>
              <a:rPr lang="en-US" sz="5400" dirty="0"/>
              <a:t>Tech Stack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2D1C6-95C6-B00F-C557-CF90FDBA7D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F15FDED-2AD6-1D28-FFEC-C5EDE3215508}"/>
              </a:ext>
            </a:extLst>
          </p:cNvPr>
          <p:cNvSpPr/>
          <p:nvPr/>
        </p:nvSpPr>
        <p:spPr>
          <a:xfrm>
            <a:off x="1854827" y="1381312"/>
            <a:ext cx="8392028" cy="4775230"/>
          </a:xfrm>
          <a:prstGeom prst="roundRect">
            <a:avLst/>
          </a:prstGeom>
          <a:solidFill>
            <a:schemeClr val="accent3">
              <a:lumMod val="50000"/>
              <a:alpha val="5006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3DAC4B6-733C-42BE-25A9-1E4573FB8679}"/>
              </a:ext>
            </a:extLst>
          </p:cNvPr>
          <p:cNvSpPr/>
          <p:nvPr/>
        </p:nvSpPr>
        <p:spPr>
          <a:xfrm>
            <a:off x="2631570" y="1985415"/>
            <a:ext cx="6838550" cy="369435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QA" sz="1600" b="1" dirty="0">
              <a:latin typeface="+mj-lt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4C358C6-4DFA-F974-CC0B-29FEB2624DB5}"/>
              </a:ext>
            </a:extLst>
          </p:cNvPr>
          <p:cNvSpPr txBox="1">
            <a:spLocks/>
          </p:cNvSpPr>
          <p:nvPr/>
        </p:nvSpPr>
        <p:spPr>
          <a:xfrm>
            <a:off x="4255221" y="1469411"/>
            <a:ext cx="3591243" cy="4320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kern="12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A02392A-E134-2F4A-7425-41F6DE9E8277}"/>
              </a:ext>
            </a:extLst>
          </p:cNvPr>
          <p:cNvSpPr/>
          <p:nvPr/>
        </p:nvSpPr>
        <p:spPr>
          <a:xfrm>
            <a:off x="3196405" y="2564003"/>
            <a:ext cx="5708873" cy="25371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QA" sz="1600" b="1" dirty="0">
              <a:latin typeface="+mj-lt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4633B15-2EF7-6371-BD60-845DFEE412F7}"/>
              </a:ext>
            </a:extLst>
          </p:cNvPr>
          <p:cNvSpPr txBox="1">
            <a:spLocks/>
          </p:cNvSpPr>
          <p:nvPr/>
        </p:nvSpPr>
        <p:spPr>
          <a:xfrm>
            <a:off x="4300377" y="2107627"/>
            <a:ext cx="3591243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backend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D93FA2CB-3EE8-90CA-8FA8-4BD71AE55BEC}"/>
              </a:ext>
            </a:extLst>
          </p:cNvPr>
          <p:cNvSpPr txBox="1">
            <a:spLocks/>
          </p:cNvSpPr>
          <p:nvPr/>
        </p:nvSpPr>
        <p:spPr>
          <a:xfrm>
            <a:off x="4300377" y="2656770"/>
            <a:ext cx="3591243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Data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A665D05-A7C7-B5DB-C1CA-9502D198AC44}"/>
              </a:ext>
            </a:extLst>
          </p:cNvPr>
          <p:cNvSpPr/>
          <p:nvPr/>
        </p:nvSpPr>
        <p:spPr>
          <a:xfrm>
            <a:off x="3431818" y="3141375"/>
            <a:ext cx="5238045" cy="142491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QA" sz="1600" b="1" dirty="0">
                <a:latin typeface="+mj-lt"/>
              </a:rPr>
              <a:t>MODEL</a:t>
            </a:r>
          </a:p>
          <a:p>
            <a:pPr algn="ctr"/>
            <a:br>
              <a:rPr lang="en-QA" sz="1600" b="1" dirty="0">
                <a:latin typeface="+mj-lt"/>
              </a:rPr>
            </a:br>
            <a:r>
              <a:rPr lang="en-QA" sz="1600" b="1" dirty="0">
                <a:latin typeface="+mj-lt"/>
              </a:rPr>
              <a:t>Classic ML Models, Statistical Models, Generative models (Amazon Chronos)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9C01D65-8775-E87B-FB65-A13351CB14BA}"/>
              </a:ext>
            </a:extLst>
          </p:cNvPr>
          <p:cNvSpPr txBox="1">
            <a:spLocks/>
          </p:cNvSpPr>
          <p:nvPr/>
        </p:nvSpPr>
        <p:spPr>
          <a:xfrm>
            <a:off x="4300377" y="5724542"/>
            <a:ext cx="3591243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React Js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505BC3C3-5063-BF6C-EB88-356F00026692}"/>
              </a:ext>
            </a:extLst>
          </p:cNvPr>
          <p:cNvSpPr txBox="1">
            <a:spLocks/>
          </p:cNvSpPr>
          <p:nvPr/>
        </p:nvSpPr>
        <p:spPr>
          <a:xfrm>
            <a:off x="4300377" y="5248978"/>
            <a:ext cx="3591243" cy="32604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Flask python &amp; </a:t>
            </a:r>
            <a:r>
              <a:rPr lang="en-US" sz="1800"/>
              <a:t>sql</a:t>
            </a:r>
            <a:r>
              <a:rPr lang="en-US" sz="1800" dirty="0"/>
              <a:t> lite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6281EF2-3C7A-3AA1-D0F3-DBB045F1A657}"/>
              </a:ext>
            </a:extLst>
          </p:cNvPr>
          <p:cNvSpPr txBox="1">
            <a:spLocks/>
          </p:cNvSpPr>
          <p:nvPr/>
        </p:nvSpPr>
        <p:spPr>
          <a:xfrm>
            <a:off x="4255218" y="4662837"/>
            <a:ext cx="3591243" cy="38549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spc="-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/>
              <a:t>yahoo Finance api</a:t>
            </a:r>
          </a:p>
        </p:txBody>
      </p:sp>
    </p:spTree>
    <p:extLst>
      <p:ext uri="{BB962C8B-B14F-4D97-AF65-F5344CB8AC3E}">
        <p14:creationId xmlns:p14="http://schemas.microsoft.com/office/powerpoint/2010/main" val="247318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</p:bldLst>
  </p:timing>
</p:sld>
</file>

<file path=ppt/theme/theme1.xml><?xml version="1.0" encoding="utf-8"?>
<a:theme xmlns:a="http://schemas.openxmlformats.org/drawingml/2006/main" name="ChromaVTI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_wac_SD_V6" id="{813CACB7-FFBF-451F-BE39-76C974DD84B4}" vid="{7DDF0AE8-F247-461D-B301-0BD9E5C3AC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99A683-6565-4AA8-B99A-7A5F367B874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purl.org/dc/elements/1.1/"/>
    <ds:schemaRef ds:uri="16c05727-aa75-4e4a-9b5f-8a80a1165891"/>
    <ds:schemaRef ds:uri="http://purl.org/dc/dcmitype/"/>
    <ds:schemaRef ds:uri="71af3243-3dd4-4a8d-8c0d-dd76da1f02a5"/>
    <ds:schemaRef ds:uri="230e9df3-be65-4c73-a93b-d1236ebd677e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C7DF8D-60D2-4621-89C6-7BC9EA12CA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8FCE68-7C0E-458F-8958-F02EA893DC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214</Words>
  <Application>Microsoft Macintosh PowerPoint</Application>
  <PresentationFormat>Widescreen</PresentationFormat>
  <Paragraphs>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Light</vt:lpstr>
      <vt:lpstr>Arial</vt:lpstr>
      <vt:lpstr>ChromaVTI</vt:lpstr>
      <vt:lpstr>Quantitative Evaluation of Forecast Accuracy for Investment Strategy Management</vt:lpstr>
      <vt:lpstr>Problem Statement</vt:lpstr>
      <vt:lpstr>PowerPoint Presentation</vt:lpstr>
      <vt:lpstr>Tech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Evaluation of Forecast Accuracy for Investment Strategy Management</dc:title>
  <dc:creator/>
  <cp:lastModifiedBy>Siddiqui, Wali Ahmed</cp:lastModifiedBy>
  <cp:revision>8</cp:revision>
  <dcterms:created xsi:type="dcterms:W3CDTF">2026-04-21T23:40:27Z</dcterms:created>
  <dcterms:modified xsi:type="dcterms:W3CDTF">2026-04-22T17:16:13Z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