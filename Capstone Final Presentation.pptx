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9"/>
  </p:notesMasterIdLst>
  <p:handoutMasterIdLst>
    <p:handoutMasterId r:id="rId10"/>
  </p:handoutMasterIdLst>
  <p:sldIdLst>
    <p:sldId id="1536" r:id="rId5"/>
    <p:sldId id="261" r:id="rId6"/>
    <p:sldId id="284" r:id="rId7"/>
    <p:sldId id="158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4C16F"/>
    <a:srgbClr val="60C0C3"/>
    <a:srgbClr val="304E48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596" autoAdjust="0"/>
    <p:restoredTop sz="94749" autoAdjust="0"/>
  </p:normalViewPr>
  <p:slideViewPr>
    <p:cSldViewPr snapToGrid="0">
      <p:cViewPr varScale="1">
        <p:scale>
          <a:sx n="107" d="100"/>
          <a:sy n="107" d="100"/>
        </p:scale>
        <p:origin x="1200" y="17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2286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4/22/26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4/22/26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721250-A1F0-4E7C-9F1A-96E3E3FAD12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1149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86584" y="1371600"/>
            <a:ext cx="7498080" cy="2386584"/>
          </a:xfrm>
        </p:spPr>
        <p:txBody>
          <a:bodyPr anchor="b" anchorCtr="0">
            <a:normAutofit/>
          </a:bodyPr>
          <a:lstStyle>
            <a:lvl1pPr algn="ctr">
              <a:defRPr sz="40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60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86584" y="3877056"/>
            <a:ext cx="7498080" cy="1655064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9C50A-1E29-A828-83A2-F81A0DEB3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BC196-262D-4F39-8890-3AC3446557F7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A91671-9C6D-E750-F7E8-AE44B5154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8D322A-78C3-879A-7B37-7CD08CEAA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10808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0FABB9A-1B5B-9306-B7B9-58E4E5E4EE0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F155489-796B-CDF9-06C2-583941E589F7}"/>
              </a:ext>
            </a:extLst>
          </p:cNvPr>
          <p:cNvGrpSpPr/>
          <p:nvPr userDrawn="1"/>
        </p:nvGrpSpPr>
        <p:grpSpPr>
          <a:xfrm>
            <a:off x="0" y="0"/>
            <a:ext cx="12192000" cy="6867144"/>
            <a:chOff x="0" y="-7622"/>
            <a:chExt cx="12192000" cy="689498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F31A197-F740-DCA2-902E-29B890C31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0" y="-7621"/>
              <a:ext cx="12192000" cy="6887364"/>
            </a:xfrm>
            <a:prstGeom prst="rect">
              <a:avLst/>
            </a:prstGeom>
            <a:gradFill>
              <a:gsLst>
                <a:gs pos="8000">
                  <a:schemeClr val="accent5"/>
                </a:gs>
                <a:gs pos="100000">
                  <a:schemeClr val="accent2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C02513-E6E5-DFFD-29B1-02BE448BAD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9" y="0"/>
              <a:ext cx="8216919" cy="6887364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  <a:alpha val="79000"/>
                  </a:schemeClr>
                </a:gs>
                <a:gs pos="40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9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FE184C5-789F-C980-F425-AF26045C8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39978" y="-7622"/>
              <a:ext cx="8451623" cy="6887367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  <a:alpha val="67000"/>
                  </a:schemeClr>
                </a:gs>
                <a:gs pos="60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E6801FB-115C-F074-E428-F4A4A588B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9127281" y="7060"/>
              <a:ext cx="3064320" cy="6872683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88000"/>
                  </a:schemeClr>
                </a:gs>
                <a:gs pos="56000">
                  <a:schemeClr val="accent2">
                    <a:alpha val="0"/>
                  </a:schemeClr>
                </a:gs>
              </a:gsLst>
              <a:lin ang="12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 dirty="0">
                <a:solidFill>
                  <a:srgbClr val="FFFFFF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86584" y="1371600"/>
            <a:ext cx="7498080" cy="2386584"/>
          </a:xfrm>
        </p:spPr>
        <p:txBody>
          <a:bodyPr anchor="b" anchorCtr="0">
            <a:normAutofit/>
          </a:bodyPr>
          <a:lstStyle>
            <a:lvl1pPr algn="ctr"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86584" y="3877056"/>
            <a:ext cx="7498080" cy="1655064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6BEF7-236A-87FA-F0D9-F4515D813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3A549-ED82-4E4F-ADAD-08AACE545DDC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B0F5B7-78E6-2702-0F8C-122F4D21C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29C8F0-DE20-1DBB-6A42-CBFFAE15D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2964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429768"/>
            <a:ext cx="9336024" cy="3776472"/>
          </a:xfrm>
        </p:spPr>
        <p:txBody>
          <a:bodyPr anchor="t">
            <a:normAutofit/>
          </a:bodyPr>
          <a:lstStyle>
            <a:lvl1pPr algn="l">
              <a:defRPr sz="80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60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663440"/>
            <a:ext cx="6903720" cy="1344168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454691-E40E-1B02-C9B2-FD70013E0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73F61-A26C-41D8-B94B-A445EA8C9A20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AAE0C5-AA7D-C4A0-BB09-3D328C852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66BF4-6BB2-066C-5243-2D5CF17BA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2992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9FFFB07-15C3-5030-73A7-6D0EBC2FB18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FC67F9-A48C-BB0E-03C5-9C32A6BB8C5D}"/>
              </a:ext>
            </a:extLst>
          </p:cNvPr>
          <p:cNvSpPr/>
          <p:nvPr userDrawn="1"/>
        </p:nvSpPr>
        <p:spPr>
          <a:xfrm rot="16200000" flipH="1">
            <a:off x="2655863" y="-2678137"/>
            <a:ext cx="6857999" cy="12214275"/>
          </a:xfrm>
          <a:prstGeom prst="rect">
            <a:avLst/>
          </a:prstGeom>
          <a:gradFill>
            <a:gsLst>
              <a:gs pos="0">
                <a:schemeClr val="accent2"/>
              </a:gs>
              <a:gs pos="94000">
                <a:schemeClr val="accent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2436E8-8599-9171-B0E5-3A3CED0AE2C4}"/>
              </a:ext>
            </a:extLst>
          </p:cNvPr>
          <p:cNvSpPr/>
          <p:nvPr userDrawn="1"/>
        </p:nvSpPr>
        <p:spPr>
          <a:xfrm rot="5400000" flipH="1">
            <a:off x="2704549" y="-1552503"/>
            <a:ext cx="5669226" cy="11139273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  <a:alpha val="90000"/>
                </a:schemeClr>
              </a:gs>
              <a:gs pos="39000">
                <a:schemeClr val="accent5">
                  <a:lumMod val="60000"/>
                  <a:lumOff val="40000"/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052CAB-57CB-D9A8-5BBE-F7898C5EC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670580" y="636301"/>
            <a:ext cx="6870003" cy="5573396"/>
          </a:xfrm>
          <a:prstGeom prst="rect">
            <a:avLst/>
          </a:prstGeom>
          <a:gradFill flip="none" rotWithShape="1">
            <a:gsLst>
              <a:gs pos="2000">
                <a:schemeClr val="accent2">
                  <a:lumMod val="75000"/>
                </a:schemeClr>
              </a:gs>
              <a:gs pos="37000">
                <a:schemeClr val="accent2">
                  <a:alpha val="0"/>
                </a:schemeClr>
              </a:gs>
            </a:gsLst>
            <a:lin ang="36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429768"/>
            <a:ext cx="9336024" cy="3776472"/>
          </a:xfrm>
        </p:spPr>
        <p:txBody>
          <a:bodyPr anchor="t">
            <a:normAutofit/>
          </a:bodyPr>
          <a:lstStyle>
            <a:lvl1pPr algn="l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663440"/>
            <a:ext cx="6903720" cy="1344168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81B66C1B-A1AD-A2BC-11D8-9AEA5E834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3315-78C9-4BBB-B5DF-F3008BC85564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1EF90BDF-2A3B-8AD7-6EE4-11ED28664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A384A4A-7C42-E7AC-02FD-B65B61D21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29655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731520"/>
            <a:ext cx="6903720" cy="3044952"/>
          </a:xfrm>
        </p:spPr>
        <p:txBody>
          <a:bodyPr anchor="t">
            <a:normAutofit/>
          </a:bodyPr>
          <a:lstStyle>
            <a:lvl1pPr algn="l">
              <a:defRPr sz="48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60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663440"/>
            <a:ext cx="6903720" cy="1344168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21C16C-FC44-5BB1-67FE-2E46B19B5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E0A30-FDE0-4FEE-A676-538F683BB14E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69E962-2EE4-E3D1-7786-964F1D803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D68BA6-BE45-49DE-D0A8-EFAA259FD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68761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9FFFB07-15C3-5030-73A7-6D0EBC2FB18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FC67F9-A48C-BB0E-03C5-9C32A6BB8C5D}"/>
              </a:ext>
            </a:extLst>
          </p:cNvPr>
          <p:cNvSpPr/>
          <p:nvPr userDrawn="1"/>
        </p:nvSpPr>
        <p:spPr>
          <a:xfrm rot="16200000" flipH="1">
            <a:off x="2655863" y="-2678137"/>
            <a:ext cx="6857999" cy="12214275"/>
          </a:xfrm>
          <a:prstGeom prst="rect">
            <a:avLst/>
          </a:prstGeom>
          <a:gradFill>
            <a:gsLst>
              <a:gs pos="0">
                <a:schemeClr val="accent2"/>
              </a:gs>
              <a:gs pos="94000">
                <a:schemeClr val="accent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2436E8-8599-9171-B0E5-3A3CED0AE2C4}"/>
              </a:ext>
            </a:extLst>
          </p:cNvPr>
          <p:cNvSpPr/>
          <p:nvPr userDrawn="1"/>
        </p:nvSpPr>
        <p:spPr>
          <a:xfrm rot="5400000" flipH="1">
            <a:off x="2704549" y="-1552503"/>
            <a:ext cx="5669226" cy="11139273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  <a:alpha val="90000"/>
                </a:schemeClr>
              </a:gs>
              <a:gs pos="39000">
                <a:schemeClr val="accent5">
                  <a:lumMod val="60000"/>
                  <a:lumOff val="40000"/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052CAB-57CB-D9A8-5BBE-F7898C5EC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670580" y="636301"/>
            <a:ext cx="6870003" cy="5573396"/>
          </a:xfrm>
          <a:prstGeom prst="rect">
            <a:avLst/>
          </a:prstGeom>
          <a:gradFill flip="none" rotWithShape="1">
            <a:gsLst>
              <a:gs pos="2000">
                <a:schemeClr val="accent2">
                  <a:lumMod val="75000"/>
                </a:schemeClr>
              </a:gs>
              <a:gs pos="37000">
                <a:schemeClr val="accent2">
                  <a:alpha val="0"/>
                </a:schemeClr>
              </a:gs>
            </a:gsLst>
            <a:lin ang="36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731520"/>
            <a:ext cx="6903720" cy="3044952"/>
          </a:xfrm>
        </p:spPr>
        <p:txBody>
          <a:bodyPr anchor="t">
            <a:normAutofit/>
          </a:bodyPr>
          <a:lstStyle>
            <a:lvl1pPr algn="l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663440"/>
            <a:ext cx="6903720" cy="1344168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81B66C1B-A1AD-A2BC-11D8-9AEA5E834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C5C21-A53D-4BFE-ABB4-B3854BA3473E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1EF90BDF-2A3B-8AD7-6EE4-11ED28664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A384A4A-7C42-E7AC-02FD-B65B61D21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85534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2732" y="4965192"/>
            <a:ext cx="11146536" cy="786384"/>
          </a:xfrm>
        </p:spPr>
        <p:txBody>
          <a:bodyPr anchor="b">
            <a:normAutofit/>
          </a:bodyPr>
          <a:lstStyle>
            <a:lvl1pPr algn="ctr">
              <a:defRPr sz="40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5806440"/>
            <a:ext cx="9902952" cy="576072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88952" cy="4608576"/>
          </a:xfrm>
          <a:noFill/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45ACC4-E893-074F-A086-F3C5EE6DB8B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EA7AAEDD-33D5-4C71-A2A9-BD0BD02A990D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93744C-74E1-2578-CFE3-9607A1E8E78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DF715-EAAA-F343-7DF0-B2A06F36820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685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FD5ECA3-0963-E730-D099-22F05C4A3E76}"/>
              </a:ext>
            </a:extLst>
          </p:cNvPr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5154881-2AE9-22B6-8673-15787178E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4605681"/>
            <a:ext cx="12202174" cy="2265904"/>
            <a:chOff x="0" y="-29768"/>
            <a:chExt cx="12202174" cy="151935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3CAE982-93F7-4C74-3CC9-33ED95851716}"/>
                </a:ext>
              </a:extLst>
            </p:cNvPr>
            <p:cNvSpPr/>
            <p:nvPr/>
          </p:nvSpPr>
          <p:spPr>
            <a:xfrm rot="16200000">
              <a:off x="5341412" y="-5371175"/>
              <a:ext cx="1519350" cy="12202174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0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ED71F9F-0A24-17CB-A4C2-7A44C07BB69F}"/>
                </a:ext>
              </a:extLst>
            </p:cNvPr>
            <p:cNvSpPr/>
            <p:nvPr/>
          </p:nvSpPr>
          <p:spPr>
            <a:xfrm rot="16200000">
              <a:off x="9289101" y="-1429602"/>
              <a:ext cx="1507122" cy="4319024"/>
            </a:xfrm>
            <a:prstGeom prst="rect">
              <a:avLst/>
            </a:prstGeom>
            <a:gradFill>
              <a:gsLst>
                <a:gs pos="5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1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B0FD491-2EF0-BCB3-DD1C-76D61F1835A1}"/>
                </a:ext>
              </a:extLst>
            </p:cNvPr>
            <p:cNvSpPr/>
            <p:nvPr/>
          </p:nvSpPr>
          <p:spPr>
            <a:xfrm rot="5400000">
              <a:off x="4981251" y="-5011019"/>
              <a:ext cx="1519356" cy="11481857"/>
            </a:xfrm>
            <a:prstGeom prst="rect">
              <a:avLst/>
            </a:prstGeom>
            <a:gradFill>
              <a:gsLst>
                <a:gs pos="2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75000"/>
                    <a:alpha val="70000"/>
                  </a:schemeClr>
                </a:gs>
              </a:gsLst>
              <a:lin ang="10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2732" y="4965192"/>
            <a:ext cx="11146536" cy="786384"/>
          </a:xfrm>
        </p:spPr>
        <p:txBody>
          <a:bodyPr anchor="b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5806440"/>
            <a:ext cx="9902952" cy="576072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88952" cy="4608576"/>
          </a:xfrm>
          <a:noFill/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537280E2-EACC-6630-399E-3A403A181AA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3AC11FC-F97A-4B81-A1A4-C0675DB25670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4C536050-8DD0-5D54-681B-A3810EFA0A9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831BF9AC-6D93-2C62-4DCA-DBD48765BAC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08781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2732" y="4965192"/>
            <a:ext cx="11146536" cy="786384"/>
          </a:xfrm>
        </p:spPr>
        <p:txBody>
          <a:bodyPr anchor="b">
            <a:normAutofit/>
          </a:bodyPr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5806440"/>
            <a:ext cx="9902952" cy="576072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88952" cy="4492679"/>
          </a:xfrm>
          <a:blipFill dpi="0" rotWithShape="1">
            <a:blip r:embed="rId2" cstate="email">
              <a:alphaModFix amt="8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EAB82C7-4740-BEAB-85E9-C816E1CDC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0" y="4492680"/>
            <a:ext cx="12207200" cy="123363"/>
            <a:chOff x="-5025" y="6737718"/>
            <a:chExt cx="12207200" cy="12336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B7E10D0-EE9E-6432-2C4D-0324DE19518E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3B4BE8-5DA5-6F2B-0DB6-7901D4547F64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1D94DF0-746F-4885-8BFF-A9539AD6B79F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4712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47888" y="713232"/>
            <a:ext cx="3364992" cy="3227832"/>
          </a:xfrm>
        </p:spPr>
        <p:txBody>
          <a:bodyPr anchor="t">
            <a:normAutofit/>
          </a:bodyPr>
          <a:lstStyle>
            <a:lvl1pPr algn="l">
              <a:defRPr sz="40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56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47888" y="4981651"/>
            <a:ext cx="3200400" cy="1163117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8" y="713232"/>
            <a:ext cx="7141464" cy="5431536"/>
          </a:xfrm>
          <a:noFill/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8593D0-E26E-9163-7495-E2CF2EB8EAF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164C5D-9B48-44BA-A344-0073B49D7F88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BE3590-F6F7-478E-7072-9BCB01CD96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D9CD61B-36AB-0D81-D61A-B18FA305D31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70162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47888" y="713232"/>
            <a:ext cx="3364992" cy="3227832"/>
          </a:xfrm>
        </p:spPr>
        <p:txBody>
          <a:bodyPr anchor="t">
            <a:normAutofit/>
          </a:bodyPr>
          <a:lstStyle>
            <a:lvl1pPr algn="l">
              <a:defRPr sz="40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56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47888" y="5138927"/>
            <a:ext cx="3200400" cy="1197864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653528" cy="6858000"/>
          </a:xfrm>
          <a:noFill/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FF974-138E-88CF-9001-1A07C67D1DF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707624" y="6318504"/>
            <a:ext cx="859536" cy="365760"/>
          </a:xfrm>
        </p:spPr>
        <p:txBody>
          <a:bodyPr/>
          <a:lstStyle/>
          <a:p>
            <a:fld id="{C139A420-CE3C-4200-8C12-93D1D0592160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30B7E9-D8D3-BC56-A758-6C86B58C0AC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8247888" y="6318504"/>
            <a:ext cx="2459736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DA7CD4-7B92-1CD1-A9F0-94B053972CA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5037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EDC7D9D-1283-6B64-54B5-FD89101615C8}"/>
              </a:ext>
            </a:extLst>
          </p:cNvPr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EF997C6-45BA-9D70-4F2B-18646ED18BF4}"/>
              </a:ext>
            </a:extLst>
          </p:cNvPr>
          <p:cNvGrpSpPr/>
          <p:nvPr userDrawn="1"/>
        </p:nvGrpSpPr>
        <p:grpSpPr>
          <a:xfrm>
            <a:off x="7653528" y="0"/>
            <a:ext cx="4545541" cy="6864720"/>
            <a:chOff x="7760503" y="-18309"/>
            <a:chExt cx="4438566" cy="688302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361B878-507A-54F4-353D-8A45647090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760512" y="-11580"/>
              <a:ext cx="4431490" cy="6876300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ED6592B-585B-C9BE-BC0A-69D474FE3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7760503" y="1713600"/>
              <a:ext cx="4431496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FD94B36-1055-422B-E015-DA352D193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760509" y="-11586"/>
              <a:ext cx="3264743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708E015-EBC5-FF3D-8329-E06867263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6547151" y="1202115"/>
              <a:ext cx="6872341" cy="4431494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02168" y="1371600"/>
            <a:ext cx="3456430" cy="2386584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02167" y="3877056"/>
            <a:ext cx="3456431" cy="1655064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653528" cy="6858000"/>
          </a:xfrm>
          <a:noFill/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5ABF53E-9405-749D-F125-6047BB04130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661902" y="6318504"/>
            <a:ext cx="905257" cy="365760"/>
          </a:xfrm>
        </p:spPr>
        <p:txBody>
          <a:bodyPr/>
          <a:lstStyle/>
          <a:p>
            <a:fld id="{0867F805-6554-4B19-947C-032F0BC7FFEF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A6A16C3B-5387-BF4E-27AA-EA2DEBADE98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8202167" y="6318504"/>
            <a:ext cx="2459736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2506ED1-C024-3620-1DD8-5C1E151E64B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72993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7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713232"/>
            <a:ext cx="4828032" cy="2953512"/>
          </a:xfrm>
        </p:spPr>
        <p:txBody>
          <a:bodyPr anchor="t">
            <a:normAutofit/>
          </a:bodyPr>
          <a:lstStyle>
            <a:lvl1pPr algn="l">
              <a:defRPr sz="44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34656" y="0"/>
            <a:ext cx="4654296" cy="6858000"/>
          </a:xfrm>
          <a:noFill/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431E1F-9861-6E9A-6FDA-9450A0A910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617720" y="6318504"/>
            <a:ext cx="2153412" cy="365760"/>
          </a:xfrm>
        </p:spPr>
        <p:txBody>
          <a:bodyPr/>
          <a:lstStyle/>
          <a:p>
            <a:fld id="{B179717B-F8EC-4BA3-8160-AE4E76EE0CE6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8245A6-7E39-43E3-BB93-77F6227560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C4D8A9-0078-62DC-A293-9B6083ED64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688836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94035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anchor="t">
            <a:normAutofit/>
          </a:bodyPr>
          <a:lstStyle>
            <a:lvl1pPr algn="l">
              <a:defRPr sz="54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34656" y="0"/>
            <a:ext cx="4654296" cy="6858000"/>
          </a:xfrm>
          <a:noFill/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431E1F-9861-6E9A-6FDA-9450A0A910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617720" y="6318504"/>
            <a:ext cx="2153412" cy="365760"/>
          </a:xfrm>
        </p:spPr>
        <p:txBody>
          <a:bodyPr/>
          <a:lstStyle/>
          <a:p>
            <a:fld id="{B97CBF45-FAE0-4C53-B04C-7DF1B51449DB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8245A6-7E39-43E3-BB93-77F6227560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C4D8A9-0078-62DC-A293-9B6083ED64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688836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91789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A9A80D3-2272-ED0F-EBF4-34428557569F}"/>
              </a:ext>
            </a:extLst>
          </p:cNvPr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F71E75-F7A2-7C1F-EF86-C5186E904883}"/>
              </a:ext>
            </a:extLst>
          </p:cNvPr>
          <p:cNvSpPr/>
          <p:nvPr userDrawn="1"/>
        </p:nvSpPr>
        <p:spPr>
          <a:xfrm>
            <a:off x="-4262" y="0"/>
            <a:ext cx="7547339" cy="6858002"/>
          </a:xfrm>
          <a:prstGeom prst="rect">
            <a:avLst/>
          </a:prstGeom>
          <a:gradFill>
            <a:gsLst>
              <a:gs pos="6000">
                <a:schemeClr val="accent5"/>
              </a:gs>
              <a:gs pos="100000">
                <a:schemeClr val="accent2"/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B4E0A7-C9D3-8408-2EE0-E46AF38E815F}"/>
              </a:ext>
            </a:extLst>
          </p:cNvPr>
          <p:cNvSpPr/>
          <p:nvPr userDrawn="1"/>
        </p:nvSpPr>
        <p:spPr>
          <a:xfrm rot="10800000">
            <a:off x="-4285" y="-3"/>
            <a:ext cx="7547361" cy="6857999"/>
          </a:xfrm>
          <a:prstGeom prst="rect">
            <a:avLst/>
          </a:prstGeom>
          <a:gradFill>
            <a:gsLst>
              <a:gs pos="43000">
                <a:schemeClr val="accent2">
                  <a:alpha val="0"/>
                </a:schemeClr>
              </a:gs>
              <a:gs pos="100000">
                <a:schemeClr val="accent2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73CB42-010B-9ABE-75EF-F502B4A9F42C}"/>
              </a:ext>
            </a:extLst>
          </p:cNvPr>
          <p:cNvSpPr/>
          <p:nvPr userDrawn="1"/>
        </p:nvSpPr>
        <p:spPr>
          <a:xfrm rot="16200000">
            <a:off x="1156173" y="-1160457"/>
            <a:ext cx="5226425" cy="7547338"/>
          </a:xfrm>
          <a:prstGeom prst="rect">
            <a:avLst/>
          </a:prstGeom>
          <a:gradFill>
            <a:gsLst>
              <a:gs pos="50000">
                <a:schemeClr val="accent5">
                  <a:alpha val="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713232"/>
            <a:ext cx="4828032" cy="2953512"/>
          </a:xfrm>
        </p:spPr>
        <p:txBody>
          <a:bodyPr anchor="t">
            <a:normAutofit/>
          </a:bodyPr>
          <a:lstStyle>
            <a:lvl1pPr algn="l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34656" y="0"/>
            <a:ext cx="4654296" cy="6858000"/>
          </a:xfrm>
          <a:noFill/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431E1F-9861-6E9A-6FDA-9450A0A910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617720" y="6318504"/>
            <a:ext cx="2153412" cy="365760"/>
          </a:xfrm>
        </p:spPr>
        <p:txBody>
          <a:bodyPr/>
          <a:lstStyle/>
          <a:p>
            <a:fld id="{CD5645A2-ECAE-40B8-8DE1-E5D730275A56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8245A6-7E39-43E3-BB93-77F6227560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C4D8A9-0078-62DC-A293-9B6083ED64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688836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20670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0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A9A80D3-2272-ED0F-EBF4-34428557569F}"/>
              </a:ext>
            </a:extLst>
          </p:cNvPr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F71E75-F7A2-7C1F-EF86-C5186E904883}"/>
              </a:ext>
            </a:extLst>
          </p:cNvPr>
          <p:cNvSpPr/>
          <p:nvPr userDrawn="1"/>
        </p:nvSpPr>
        <p:spPr>
          <a:xfrm>
            <a:off x="-4262" y="0"/>
            <a:ext cx="7547339" cy="6858002"/>
          </a:xfrm>
          <a:prstGeom prst="rect">
            <a:avLst/>
          </a:prstGeom>
          <a:gradFill>
            <a:gsLst>
              <a:gs pos="6000">
                <a:schemeClr val="accent5"/>
              </a:gs>
              <a:gs pos="100000">
                <a:schemeClr val="accent2"/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B4E0A7-C9D3-8408-2EE0-E46AF38E815F}"/>
              </a:ext>
            </a:extLst>
          </p:cNvPr>
          <p:cNvSpPr/>
          <p:nvPr userDrawn="1"/>
        </p:nvSpPr>
        <p:spPr>
          <a:xfrm rot="10800000">
            <a:off x="-4285" y="-3"/>
            <a:ext cx="7547361" cy="6857999"/>
          </a:xfrm>
          <a:prstGeom prst="rect">
            <a:avLst/>
          </a:prstGeom>
          <a:gradFill>
            <a:gsLst>
              <a:gs pos="43000">
                <a:schemeClr val="accent2">
                  <a:alpha val="0"/>
                </a:schemeClr>
              </a:gs>
              <a:gs pos="100000">
                <a:schemeClr val="accent2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73CB42-010B-9ABE-75EF-F502B4A9F42C}"/>
              </a:ext>
            </a:extLst>
          </p:cNvPr>
          <p:cNvSpPr/>
          <p:nvPr userDrawn="1"/>
        </p:nvSpPr>
        <p:spPr>
          <a:xfrm rot="16200000">
            <a:off x="1156173" y="-1160457"/>
            <a:ext cx="5226425" cy="7547338"/>
          </a:xfrm>
          <a:prstGeom prst="rect">
            <a:avLst/>
          </a:prstGeom>
          <a:gradFill>
            <a:gsLst>
              <a:gs pos="50000">
                <a:schemeClr val="accent5">
                  <a:alpha val="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anchor="t">
            <a:normAutofit/>
          </a:bodyPr>
          <a:lstStyle>
            <a:lvl1pPr algn="l">
              <a:defRPr sz="5400" b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34656" y="0"/>
            <a:ext cx="4654296" cy="6858000"/>
          </a:xfrm>
          <a:noFill/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431E1F-9861-6E9A-6FDA-9450A0A910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617720" y="6318504"/>
            <a:ext cx="2153412" cy="365760"/>
          </a:xfrm>
        </p:spPr>
        <p:txBody>
          <a:bodyPr/>
          <a:lstStyle/>
          <a:p>
            <a:fld id="{3A2C4A0A-74BB-48D3-82E0-B117A022E853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8245A6-7E39-43E3-BB93-77F6227560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C4D8A9-0078-62DC-A293-9B6083ED64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688836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50422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A9A80D3-2272-ED0F-EBF4-34428557569F}"/>
              </a:ext>
            </a:extLst>
          </p:cNvPr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69B239-8070-DF64-FE04-ACD9197C1A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23" y="-4329"/>
            <a:ext cx="8129869" cy="6858000"/>
            <a:chOff x="5171844" y="-11586"/>
            <a:chExt cx="7020159" cy="686958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4EDEE76-C142-D245-C6A2-18A09A688352}"/>
                </a:ext>
              </a:extLst>
            </p:cNvPr>
            <p:cNvSpPr/>
            <p:nvPr/>
          </p:nvSpPr>
          <p:spPr>
            <a:xfrm>
              <a:off x="5171848" y="-11580"/>
              <a:ext cx="7020152" cy="686957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D2F671C-CDF6-D829-32B5-4D80E6DFBA64}"/>
                </a:ext>
              </a:extLst>
            </p:cNvPr>
            <p:cNvSpPr/>
            <p:nvPr/>
          </p:nvSpPr>
          <p:spPr>
            <a:xfrm rot="10800000">
              <a:off x="6351336" y="876304"/>
              <a:ext cx="5840664" cy="5981696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55058B4-CE97-648C-8EB8-E7B1A44E1965}"/>
                </a:ext>
              </a:extLst>
            </p:cNvPr>
            <p:cNvSpPr/>
            <p:nvPr/>
          </p:nvSpPr>
          <p:spPr>
            <a:xfrm>
              <a:off x="5171844" y="-11586"/>
              <a:ext cx="5171848" cy="6869586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alpha val="70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119DCF0-5715-75D4-82C8-0925E2F5D3DA}"/>
                </a:ext>
              </a:extLst>
            </p:cNvPr>
            <p:cNvSpPr/>
            <p:nvPr/>
          </p:nvSpPr>
          <p:spPr>
            <a:xfrm rot="16200000">
              <a:off x="6042356" y="708353"/>
              <a:ext cx="6869583" cy="5429710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7008" y="1371600"/>
            <a:ext cx="5724144" cy="2386584"/>
          </a:xfrm>
        </p:spPr>
        <p:txBody>
          <a:bodyPr anchor="b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53896" y="3877056"/>
            <a:ext cx="5221224" cy="1655064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29743" y="0"/>
            <a:ext cx="4062257" cy="6858000"/>
          </a:xfrm>
          <a:noFill/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18B6DE-6BDC-E548-E682-454500FF3909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922575" y="6318504"/>
            <a:ext cx="2429146" cy="365760"/>
          </a:xfrm>
        </p:spPr>
        <p:txBody>
          <a:bodyPr/>
          <a:lstStyle/>
          <a:p>
            <a:fld id="{EBA9E0FA-5E3B-456C-B190-1C5D6B2D3B56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DD31AD-85B3-91B6-9D78-2DCF5F950D8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B86FA7BF-70D2-F141-E2D9-909CA33B72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7269426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26980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A9A80D3-2272-ED0F-EBF4-34428557569F}"/>
              </a:ext>
            </a:extLst>
          </p:cNvPr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80067FF-8FC0-5FF9-DC0B-F73EEF801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41200" y="-4329"/>
            <a:ext cx="7750804" cy="6869586"/>
            <a:chOff x="5171844" y="-11586"/>
            <a:chExt cx="7020159" cy="686958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8C4B40F-7B3C-BBFF-36BD-59C859AE7A8E}"/>
                </a:ext>
              </a:extLst>
            </p:cNvPr>
            <p:cNvSpPr/>
            <p:nvPr/>
          </p:nvSpPr>
          <p:spPr>
            <a:xfrm>
              <a:off x="5171848" y="-11580"/>
              <a:ext cx="7020152" cy="686957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38855EC-485E-B4A6-3323-4A3F78E46444}"/>
                </a:ext>
              </a:extLst>
            </p:cNvPr>
            <p:cNvSpPr/>
            <p:nvPr/>
          </p:nvSpPr>
          <p:spPr>
            <a:xfrm rot="10800000">
              <a:off x="6351336" y="876304"/>
              <a:ext cx="5840664" cy="5981696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6394338-785F-15E7-EFAA-ECEDFC5E2476}"/>
                </a:ext>
              </a:extLst>
            </p:cNvPr>
            <p:cNvSpPr/>
            <p:nvPr/>
          </p:nvSpPr>
          <p:spPr>
            <a:xfrm>
              <a:off x="5171844" y="-11586"/>
              <a:ext cx="5171848" cy="6869586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alpha val="70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2A66C2-03D0-73D4-E8EE-985427867816}"/>
                </a:ext>
              </a:extLst>
            </p:cNvPr>
            <p:cNvSpPr/>
            <p:nvPr/>
          </p:nvSpPr>
          <p:spPr>
            <a:xfrm rot="16200000">
              <a:off x="6042356" y="708353"/>
              <a:ext cx="6869583" cy="5429710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77840" y="1371600"/>
            <a:ext cx="5477256" cy="2386584"/>
          </a:xfrm>
        </p:spPr>
        <p:txBody>
          <a:bodyPr anchor="b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5584" y="3877056"/>
            <a:ext cx="5001768" cy="1655064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443984" cy="6858000"/>
          </a:xfrm>
          <a:noFill/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115C9FF-BC61-B8E9-7257-80B103C5BDE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B37448F-3F25-4489-8753-7EA5C022F9A2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F86D9F8-6602-271B-FE2D-652EC64047C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800600" y="6318504"/>
            <a:ext cx="409651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AD8982DA-3270-78D6-CF26-D0BE324627A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35148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26A8AF3-9C41-BBE0-28EC-0967476ECFDF}"/>
              </a:ext>
            </a:extLst>
          </p:cNvPr>
          <p:cNvSpPr/>
          <p:nvPr userDrawn="1"/>
        </p:nvSpPr>
        <p:spPr>
          <a:xfrm rot="5400000">
            <a:off x="7143745" y="1809750"/>
            <a:ext cx="6857999" cy="3238502"/>
          </a:xfrm>
          <a:prstGeom prst="rect">
            <a:avLst/>
          </a:prstGeom>
          <a:gradFill>
            <a:gsLst>
              <a:gs pos="13000">
                <a:schemeClr val="accent2"/>
              </a:gs>
              <a:gs pos="89000">
                <a:schemeClr val="accent5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B5494F-44E1-934B-42F4-366544A108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8452414" y="3120964"/>
            <a:ext cx="4235570" cy="3238501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58000">
                <a:schemeClr val="accent2"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2093976"/>
            <a:ext cx="6528816" cy="4178808"/>
          </a:xfrm>
        </p:spPr>
        <p:txBody>
          <a:bodyPr anchor="b">
            <a:normAutofit/>
          </a:bodyPr>
          <a:lstStyle>
            <a:lvl1pPr>
              <a:defRPr sz="66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DC7299-89AC-DB5B-B75E-E02A0040A6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557784"/>
            <a:ext cx="6391656" cy="114300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D0B7FB-87C0-3079-19C7-6CED626707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948402" y="6318504"/>
            <a:ext cx="2618758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73707AF-9529-47F7-B62D-6915739C4D1C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399D9E-BE0F-5E13-5AB3-CAABD58908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C498B2-725B-65BA-9E95-1CC3CE008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4594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2093976"/>
            <a:ext cx="6528816" cy="4178808"/>
          </a:xfrm>
        </p:spPr>
        <p:txBody>
          <a:bodyPr anchor="b">
            <a:normAutofit/>
          </a:bodyPr>
          <a:lstStyle>
            <a:lvl1pPr>
              <a:defRPr sz="66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27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DC7299-89AC-DB5B-B75E-E02A0040A6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557784"/>
            <a:ext cx="6391656" cy="114300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F97286-C615-453F-E284-B5C22987E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95D7A-1922-450E-8872-62F5AF426944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F8ECD-BC5C-69B8-45CB-D6C697E80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A721B8-1357-D164-0082-D2B50441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64567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4F65FF0-EE88-E48A-1552-AF2B228EAD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 userDrawn="1"/>
        </p:nvSpPr>
        <p:spPr>
          <a:xfrm rot="5400000" flipH="1" flipV="1">
            <a:off x="2662822" y="-2671180"/>
            <a:ext cx="6866356" cy="12192001"/>
          </a:xfrm>
          <a:prstGeom prst="rect">
            <a:avLst/>
          </a:prstGeom>
          <a:gradFill>
            <a:gsLst>
              <a:gs pos="13000">
                <a:schemeClr val="accent2"/>
              </a:gs>
              <a:gs pos="100000">
                <a:schemeClr val="accent5"/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1B6E1-2B98-87C0-C97D-DC19E754324D}"/>
              </a:ext>
            </a:extLst>
          </p:cNvPr>
          <p:cNvSpPr/>
          <p:nvPr userDrawn="1"/>
        </p:nvSpPr>
        <p:spPr>
          <a:xfrm rot="16200000" flipH="1" flipV="1">
            <a:off x="2144989" y="-2153344"/>
            <a:ext cx="5473326" cy="9763303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  <a:alpha val="68000"/>
                </a:schemeClr>
              </a:gs>
              <a:gs pos="45000">
                <a:schemeClr val="accent5">
                  <a:lumMod val="60000"/>
                  <a:lumOff val="40000"/>
                  <a:alpha val="0"/>
                </a:schemeClr>
              </a:gs>
            </a:gsLst>
            <a:lin ang="19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 userDrawn="1"/>
        </p:nvSpPr>
        <p:spPr>
          <a:xfrm flipV="1">
            <a:off x="1031672" y="2962966"/>
            <a:ext cx="11160328" cy="3895034"/>
          </a:xfrm>
          <a:prstGeom prst="rect">
            <a:avLst/>
          </a:prstGeom>
          <a:gradFill>
            <a:gsLst>
              <a:gs pos="0">
                <a:schemeClr val="accent5">
                  <a:lumMod val="75000"/>
                </a:schemeClr>
              </a:gs>
              <a:gs pos="42000">
                <a:schemeClr val="accent5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413373-13C5-71D9-C45A-699B0F4513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 flipV="1">
            <a:off x="1233479" y="361145"/>
            <a:ext cx="5263375" cy="7730333"/>
          </a:xfrm>
          <a:prstGeom prst="rect">
            <a:avLst/>
          </a:prstGeom>
          <a:gradFill flip="none" rotWithShape="1">
            <a:gsLst>
              <a:gs pos="8000">
                <a:schemeClr val="accent2">
                  <a:lumMod val="75000"/>
                </a:schemeClr>
              </a:gs>
              <a:gs pos="50000">
                <a:schemeClr val="accent2">
                  <a:alpha val="0"/>
                </a:schemeClr>
              </a:gs>
            </a:gsLst>
            <a:lin ang="18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2093976"/>
            <a:ext cx="6528816" cy="4178808"/>
          </a:xfrm>
        </p:spPr>
        <p:txBody>
          <a:bodyPr anchor="b">
            <a:normAutofit/>
          </a:bodyPr>
          <a:lstStyle>
            <a:lvl1pPr>
              <a:defRPr sz="66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DC7299-89AC-DB5B-B75E-E02A0040A6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557784"/>
            <a:ext cx="6391656" cy="114300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08CEB89B-6066-557A-EBEC-18307AC24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B61AD-546C-4AAE-A736-53670D5C542A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3B3753E-6E60-F731-58BF-7C4D0497E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C2114D5C-BE8D-24C7-4A79-C0C28376A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84145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9B93086-0808-B114-0740-521B359C1A9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E08038D-9EFE-3356-C148-EC8143338DF0}"/>
              </a:ext>
            </a:extLst>
          </p:cNvPr>
          <p:cNvGrpSpPr/>
          <p:nvPr userDrawn="1"/>
        </p:nvGrpSpPr>
        <p:grpSpPr>
          <a:xfrm>
            <a:off x="0" y="-14248"/>
            <a:ext cx="12192000" cy="6894986"/>
            <a:chOff x="0" y="-7622"/>
            <a:chExt cx="12192000" cy="689498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9F9C2B1-B11B-9A2B-67A4-122E2DA327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0" y="-7621"/>
              <a:ext cx="12192000" cy="6887364"/>
            </a:xfrm>
            <a:prstGeom prst="rect">
              <a:avLst/>
            </a:prstGeom>
            <a:gradFill>
              <a:gsLst>
                <a:gs pos="8000">
                  <a:schemeClr val="accent5"/>
                </a:gs>
                <a:gs pos="100000">
                  <a:schemeClr val="accent2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4AA54FE-841B-0347-5AD3-562968E98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9" y="0"/>
              <a:ext cx="8216919" cy="6887364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  <a:alpha val="79000"/>
                  </a:schemeClr>
                </a:gs>
                <a:gs pos="40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9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D25D360-3248-FA35-87B0-2A8DBEDCD0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39978" y="-7622"/>
              <a:ext cx="8451623" cy="6887367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  <a:alpha val="67000"/>
                  </a:schemeClr>
                </a:gs>
                <a:gs pos="60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2A1D086-3B99-A3A2-B648-280F1AB4B3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9127281" y="7060"/>
              <a:ext cx="3064320" cy="6872683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58000"/>
                  </a:schemeClr>
                </a:gs>
                <a:gs pos="41000">
                  <a:schemeClr val="accent2">
                    <a:alpha val="0"/>
                  </a:schemeClr>
                </a:gs>
              </a:gsLst>
              <a:lin ang="12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 dirty="0">
                <a:solidFill>
                  <a:srgbClr val="FFFFFF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84632"/>
            <a:ext cx="10085832" cy="1161288"/>
          </a:xfrm>
        </p:spPr>
        <p:txBody>
          <a:bodyPr anchor="t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3832" y="2432304"/>
            <a:ext cx="6053328" cy="3858768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571500" indent="-342900">
              <a:buFont typeface="+mj-lt"/>
              <a:buAutoNum type="arabicPeriod"/>
              <a:defRPr lang="en-US" sz="18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2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0556115-5F08-48BB-9AAD-5F98DFFE9348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03562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84632"/>
            <a:ext cx="10085832" cy="1161288"/>
          </a:xfrm>
          <a:noFill/>
        </p:spPr>
        <p:txBody>
          <a:bodyPr anchor="t">
            <a:normAutofit/>
          </a:bodyPr>
          <a:lstStyle>
            <a:lvl1pPr>
              <a:defRPr sz="66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20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3832" y="2432304"/>
            <a:ext cx="6053328" cy="3858768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571500" indent="-342900">
              <a:buFont typeface="+mj-lt"/>
              <a:buAutoNum type="arabicPeriod"/>
              <a:defRPr lang="en-US" sz="18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2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B9BDF5DD-FC76-422E-90E7-591B5FA5BB25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29146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20" y="2404872"/>
            <a:ext cx="4389120" cy="1865376"/>
          </a:xfrm>
          <a:noFill/>
        </p:spPr>
        <p:txBody>
          <a:bodyPr anchor="ctr">
            <a:normAutofit/>
          </a:bodyPr>
          <a:lstStyle>
            <a:lvl1pPr algn="ctr">
              <a:defRPr sz="66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20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37376" y="877824"/>
            <a:ext cx="5129784" cy="5102352"/>
          </a:xfrm>
        </p:spPr>
        <p:txBody>
          <a:bodyPr vert="horz" lIns="91440" tIns="45720" rIns="91440" bIns="45720" rtlCol="0" anchor="ctr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571500" indent="-342900">
              <a:buFont typeface="+mj-lt"/>
              <a:buAutoNum type="arabicPeriod"/>
              <a:defRPr lang="en-US" sz="18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2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2906DB8-BA34-4A62-87EF-F70F9F53B178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933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3DF4C684-CDD4-5CA8-12DC-BB0C4BFE21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4329"/>
            <a:ext cx="5056093" cy="6869586"/>
            <a:chOff x="5171844" y="-11586"/>
            <a:chExt cx="7020159" cy="686958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6ECDBF0-A1F0-37B6-C87A-8687287F7950}"/>
                </a:ext>
              </a:extLst>
            </p:cNvPr>
            <p:cNvSpPr/>
            <p:nvPr/>
          </p:nvSpPr>
          <p:spPr>
            <a:xfrm>
              <a:off x="5171848" y="-11580"/>
              <a:ext cx="7020152" cy="686957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60F90E0-14F7-6838-2C0A-149459C1D143}"/>
                </a:ext>
              </a:extLst>
            </p:cNvPr>
            <p:cNvSpPr/>
            <p:nvPr/>
          </p:nvSpPr>
          <p:spPr>
            <a:xfrm rot="10800000">
              <a:off x="6351336" y="876304"/>
              <a:ext cx="5840664" cy="5981696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578B55F-B3C4-0B70-7EAE-5FBFD3308543}"/>
                </a:ext>
              </a:extLst>
            </p:cNvPr>
            <p:cNvSpPr/>
            <p:nvPr/>
          </p:nvSpPr>
          <p:spPr>
            <a:xfrm>
              <a:off x="5171844" y="-11586"/>
              <a:ext cx="5171848" cy="6869586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alpha val="70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FFBDE35-AEB9-6AFE-BC7A-79FEFBB51D0A}"/>
                </a:ext>
              </a:extLst>
            </p:cNvPr>
            <p:cNvSpPr/>
            <p:nvPr/>
          </p:nvSpPr>
          <p:spPr>
            <a:xfrm rot="16200000">
              <a:off x="6042356" y="708353"/>
              <a:ext cx="6869583" cy="5429710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368" y="2103120"/>
            <a:ext cx="3666744" cy="2624328"/>
          </a:xfrm>
          <a:noFill/>
        </p:spPr>
        <p:txBody>
          <a:bodyPr anchor="ctr">
            <a:norm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57702" y="877824"/>
            <a:ext cx="5509458" cy="5102352"/>
          </a:xfrm>
        </p:spPr>
        <p:txBody>
          <a:bodyPr vert="horz" lIns="91440" tIns="45720" rIns="91440" bIns="45720" rtlCol="0" anchor="ctr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571500" indent="-342900">
              <a:buFont typeface="+mj-lt"/>
              <a:buAutoNum type="arabicPeriod"/>
              <a:defRPr lang="en-US" sz="18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2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F1DB633-1864-45A5-BE51-B3688A1CEEA6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41535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" y="151598"/>
            <a:ext cx="11924209" cy="528186"/>
          </a:xfrm>
        </p:spPr>
        <p:txBody>
          <a:bodyPr anchor="ctr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776036"/>
            <a:ext cx="11924209" cy="567696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E564ED-1140-B258-F708-E601B50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513496" y="6428232"/>
            <a:ext cx="3136392" cy="365760"/>
          </a:xfrm>
        </p:spPr>
        <p:txBody>
          <a:bodyPr/>
          <a:lstStyle/>
          <a:p>
            <a:fld id="{8B8EDBE7-C3AC-430B-8587-7F2E5726E52E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CCB5D3-F8A8-B378-C9B4-F29E362AA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" y="6428232"/>
            <a:ext cx="4096512" cy="365760"/>
          </a:xfrm>
        </p:spPr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C639C5-351B-0FC9-E095-59AEDE479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67592" y="6428232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512698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-1325880"/>
            <a:ext cx="10515600" cy="132588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329450"/>
            <a:ext cx="11924209" cy="6199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7C7208-6A52-7A25-6DD4-1FD469860CB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513496" y="6428232"/>
            <a:ext cx="3136392" cy="365760"/>
          </a:xfrm>
        </p:spPr>
        <p:txBody>
          <a:bodyPr/>
          <a:lstStyle/>
          <a:p>
            <a:fld id="{351671B4-782F-4447-B688-3F2572BC7CBC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38BE8E-E715-EF15-B47B-2556DB436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" y="6428232"/>
            <a:ext cx="4096512" cy="365760"/>
          </a:xfrm>
        </p:spPr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AA76D9-9C8C-6ADE-22D5-391B00D01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67592" y="6428232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291302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362455"/>
            <a:ext cx="10954512" cy="495604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2C5F7B-97CA-C06C-A155-E4BC307DB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FF065F-039D-47CE-A441-ACC36939491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DC843-90AD-36D3-6615-3505603F8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324737-C1DF-CE60-245E-385E02AC2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EACE7F8-A7D9-2E2C-2B0B-0DB8D7168A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B768309-21D1-59BA-F479-9F846B9A0FB2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3D94F90-5391-9976-036B-C34C2C30448C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" name="Title 1">
            <a:extLst>
              <a:ext uri="{FF2B5EF4-FFF2-40B4-BE49-F238E27FC236}">
                <a16:creationId xmlns:a16="http://schemas.microsoft.com/office/drawing/2014/main" id="{40810853-0A5D-8160-9DA1-63FCF890E2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10966704" cy="722375"/>
          </a:xfrm>
        </p:spPr>
        <p:txBody>
          <a:bodyPr anchor="t">
            <a:normAutofit/>
          </a:bodyPr>
          <a:lstStyle>
            <a:lvl1pPr algn="l">
              <a:defRPr sz="32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3120301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96" y="2020824"/>
            <a:ext cx="4160520" cy="2825496"/>
          </a:xfrm>
        </p:spPr>
        <p:txBody>
          <a:bodyPr anchor="t">
            <a:normAutofit/>
          </a:bodyPr>
          <a:lstStyle>
            <a:lvl1pPr>
              <a:defRPr sz="40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37376" y="2020824"/>
            <a:ext cx="3959352" cy="269748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CE855AC-5F95-123D-E0A1-CBD75D8FD0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3A6A854-7BA6-35FC-898F-37F3BC10E5DB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455EF75-521C-7F12-2397-68B6128751E8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36A82C16-EB1A-4294-103B-715F071E5A3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5503810-521B-4F6A-82F3-8A18F7757300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09CF825-511F-35F8-E0EC-636033ED43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7EA83B-52EA-A0B8-E2E8-C9D1FE273B2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74180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427A4A75-9DCC-64BE-C73B-DDE95F1E0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V="1">
            <a:off x="12068340" y="0"/>
            <a:ext cx="123362" cy="6858000"/>
            <a:chOff x="12068638" y="0"/>
            <a:chExt cx="123362" cy="6858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3EC4C90-6BC4-5324-A9CC-84F1C52A76E7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E7E4CE7-DDE9-B121-006C-B1EA3E457780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96" y="2020824"/>
            <a:ext cx="4160520" cy="2825496"/>
          </a:xfrm>
        </p:spPr>
        <p:txBody>
          <a:bodyPr anchor="ctr">
            <a:normAutofit/>
          </a:bodyPr>
          <a:lstStyle>
            <a:lvl1pPr algn="r">
              <a:defRPr sz="40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37376" y="2020824"/>
            <a:ext cx="3959352" cy="2697480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36A82C16-EB1A-4294-103B-715F071E5A3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D27F6DE-0F73-4A00-B281-72521CF83CCF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09CF825-511F-35F8-E0EC-636033ED43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7EA83B-52EA-A0B8-E2E8-C9D1FE273B2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103568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8552" y="2048256"/>
            <a:ext cx="3813048" cy="353872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775960" y="2048256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1F2EAD-3327-FA60-8B7F-6CBBD02C3F0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BFA512FF-0A37-4AC0-A33C-28A4AE10005D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7CB2298-A12A-D380-ED4F-AD870434F2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3D4A7C-9E9E-96BC-68B8-3F92C9B3B40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74537F0-59D7-5CF5-65CE-33DFA62B37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7EFD035-FCE9-275A-5EEF-94FC6583E39A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DFF3E46-4915-D511-DDA5-9451667C3C81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0756409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0675FE4-1839-CB8F-7574-8FBCED9706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C309010-BB96-4CE9-3A39-43FA59198DD0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2D5C3E8-4075-EEED-D3DC-B1B0DCD9F940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170432"/>
            <a:ext cx="4251960" cy="3227832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96712" y="1170432"/>
            <a:ext cx="5687568" cy="470916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5C79459-C978-FF61-F7FC-DC5D1F17017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5A675E8-8398-4EC3-B1DB-2C04007992A6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A089F15-F7A9-6130-79CF-D853C6B4B7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BFFBCCE1-48C7-7734-891D-F4664CC97B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458674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0675FE4-1839-CB8F-7574-8FBCED9706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C309010-BB96-4CE9-3A39-43FA59198DD0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2D5C3E8-4075-EEED-D3DC-B1B0DCD9F940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722376"/>
            <a:ext cx="7214616" cy="1280160"/>
          </a:xfrm>
        </p:spPr>
        <p:txBody>
          <a:bodyPr anchor="t">
            <a:normAutofit/>
          </a:bodyPr>
          <a:lstStyle>
            <a:lvl1pPr>
              <a:defRPr sz="40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 – alternate Medium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22776" y="2240280"/>
            <a:ext cx="7349947" cy="37216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5C79459-C978-FF61-F7FC-DC5D1F17017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9801E1B-EFD3-4163-8A33-67DA8A464112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A089F15-F7A9-6130-79CF-D853C6B4B7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BFFBCCE1-48C7-7734-891D-F4664CC97B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94001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4215384" cy="3136392"/>
          </a:xfrm>
        </p:spPr>
        <p:txBody>
          <a:bodyPr anchor="t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68696" y="640080"/>
            <a:ext cx="5998464" cy="569671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E20955A0-7C44-4DF3-B90F-B92A347DEB3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3A83600-30C4-2F21-93C5-D07537A39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A1F9F49-F979-53D6-3ED8-352816078D4C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4745F95-9BA3-B7A5-F004-E2BB1CFFE2F8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3355431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604B371-347D-80EC-2C2C-C69CD2EF7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V="1">
            <a:off x="12068340" y="0"/>
            <a:ext cx="123362" cy="6858000"/>
            <a:chOff x="12068638" y="0"/>
            <a:chExt cx="123362" cy="6858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F227FEA-4B4B-3484-7267-B7BD65A4E9BF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53530AA-F724-4235-0FDF-84595FCBFBC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621792"/>
            <a:ext cx="10872216" cy="749808"/>
          </a:xfrm>
        </p:spPr>
        <p:txBody>
          <a:bodyPr anchor="ctr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 – alternate Large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49424" y="1591056"/>
            <a:ext cx="7772400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BED2AC62-5EFE-4C62-A6FD-2F23820B8955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38675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705F4066-9F01-B79C-2223-238EF4D5A2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83C8600-7288-5643-6828-817DB1C8A609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C1145E3-88BC-F91E-B01F-5375FC4A04DC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274320"/>
            <a:ext cx="10872216" cy="987552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 – alternate Large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49424" y="1591056"/>
            <a:ext cx="7772400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5E6F8B3-4A05-4179-A0FD-A4EA97011587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25281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C1155E4-5659-692F-6CDC-095E555AF698}"/>
              </a:ext>
            </a:extLst>
          </p:cNvPr>
          <p:cNvSpPr/>
          <p:nvPr userDrawn="1"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8AFD6F-0EAD-ADCF-CB9A-AB74C59048E1}"/>
              </a:ext>
            </a:extLst>
          </p:cNvPr>
          <p:cNvSpPr/>
          <p:nvPr userDrawn="1"/>
        </p:nvSpPr>
        <p:spPr>
          <a:xfrm rot="16200000">
            <a:off x="6635246" y="-3716556"/>
            <a:ext cx="1855397" cy="9288510"/>
          </a:xfrm>
          <a:prstGeom prst="rect">
            <a:avLst/>
          </a:prstGeom>
          <a:gradFill>
            <a:gsLst>
              <a:gs pos="45000">
                <a:schemeClr val="accent5">
                  <a:alpha val="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310896"/>
            <a:ext cx="10872216" cy="1225296"/>
          </a:xfrm>
        </p:spPr>
        <p:txBody>
          <a:bodyPr anchor="ctr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 – alternate Large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49424" y="2313432"/>
            <a:ext cx="8732520" cy="389534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BB3E219-58D5-409F-9DFA-AB05004BBFB2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37679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3493008" cy="362102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92040" y="640081"/>
            <a:ext cx="6675120" cy="55778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4CAAF-9048-5116-D3C8-15E595C3B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61D5048-49AF-4650-835F-433CD4364054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B715D2-E75C-A2E6-CE7A-70CE2EFA5E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F8E49B-DD4C-66AF-8D2C-52110DB22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394E45B-1239-5927-7239-231AB33A2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82CCE1C-1D53-2F67-CA11-693E1CA40CC5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77A3C2-9949-B8A0-8486-8228C60D0C3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17363926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2293C7-9DD5-C84B-6A44-F0D117C4C94B}"/>
              </a:ext>
            </a:extLst>
          </p:cNvPr>
          <p:cNvSpPr/>
          <p:nvPr userDrawn="1"/>
        </p:nvSpPr>
        <p:spPr>
          <a:xfrm>
            <a:off x="3" y="-4323"/>
            <a:ext cx="4059076" cy="6869579"/>
          </a:xfrm>
          <a:prstGeom prst="rect">
            <a:avLst/>
          </a:prstGeom>
          <a:gradFill>
            <a:gsLst>
              <a:gs pos="7000">
                <a:schemeClr val="accent2"/>
              </a:gs>
              <a:gs pos="100000">
                <a:schemeClr val="accent5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088F0D-A4DE-CAA0-43A6-84E52AD904F3}"/>
              </a:ext>
            </a:extLst>
          </p:cNvPr>
          <p:cNvSpPr/>
          <p:nvPr userDrawn="1"/>
        </p:nvSpPr>
        <p:spPr>
          <a:xfrm rot="10800000">
            <a:off x="-1" y="1061883"/>
            <a:ext cx="4059079" cy="5803372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</a:schemeClr>
              </a:gs>
              <a:gs pos="60000">
                <a:schemeClr val="accent5">
                  <a:lumMod val="60000"/>
                  <a:lumOff val="40000"/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CD67E0-1350-1985-A4E1-5215AF902BF2}"/>
              </a:ext>
            </a:extLst>
          </p:cNvPr>
          <p:cNvSpPr/>
          <p:nvPr userDrawn="1"/>
        </p:nvSpPr>
        <p:spPr>
          <a:xfrm rot="16200000">
            <a:off x="-524095" y="1129367"/>
            <a:ext cx="5716870" cy="3449479"/>
          </a:xfrm>
          <a:prstGeom prst="rect">
            <a:avLst/>
          </a:prstGeom>
          <a:gradFill>
            <a:gsLst>
              <a:gs pos="0">
                <a:schemeClr val="accent5">
                  <a:alpha val="86000"/>
                </a:schemeClr>
              </a:gs>
              <a:gs pos="57000">
                <a:schemeClr val="accent2"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640080"/>
            <a:ext cx="3081528" cy="401421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 – alternate XL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92040" y="640081"/>
            <a:ext cx="6675120" cy="55778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790CD73-4635-8D46-A7E8-EDF5E35D34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478F8C6-9D95-44E4-AE46-A42E63A9B25E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B6B8768-08ED-B8FE-AB87-3961B13E76E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8" y="6318504"/>
            <a:ext cx="3446431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E7E57EE-CAE7-24C5-9F1D-159F32ADDDD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73048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5272" y="502920"/>
            <a:ext cx="5961888" cy="1197864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05272" y="1801367"/>
            <a:ext cx="5961888" cy="4453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5E9B8B-7499-A48C-F314-3620CFFB8E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39B506F-0FAC-8905-0F05-E889644A7B9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DAC1EBA-955D-23C1-CCE1-CF2C6CBFD05B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96EE962-E57A-8EDB-7169-6EB04FA7539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15866" y="0"/>
            <a:ext cx="4837176" cy="6858000"/>
          </a:xfrm>
          <a:noFill/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362DD-3333-1184-E97C-2FDF9D599F49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9701784" y="6318504"/>
            <a:ext cx="1865376" cy="365760"/>
          </a:xfrm>
        </p:spPr>
        <p:txBody>
          <a:bodyPr/>
          <a:lstStyle/>
          <a:p>
            <a:fld id="{5BD047E1-4E32-4ED1-A1F2-DE594031C39B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1225D-49EF-5752-ACF2-F43EB2B363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5605272" y="6318504"/>
            <a:ext cx="409651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21012C-B1FA-A889-A45D-1DA431A4144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4929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5961888" cy="1197864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801368"/>
            <a:ext cx="5961888" cy="4453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B5F7A84-F69C-14C3-58A7-A5418DFBA03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233031" y="0"/>
            <a:ext cx="4841934" cy="6858000"/>
          </a:xfrm>
          <a:noFill/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6696C65-8B92-C00D-616E-75F9B87D24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2074966" y="0"/>
            <a:ext cx="123362" cy="6858000"/>
            <a:chOff x="12068638" y="0"/>
            <a:chExt cx="123362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D5CF959-7C50-4F74-C2B9-EDB889ABB1C3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6E15898-F812-0865-E8EA-0C382138D30F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83AD65-12AC-C9F9-BC16-630074C6E9FA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4709160" y="6318504"/>
            <a:ext cx="1453896" cy="365760"/>
          </a:xfrm>
        </p:spPr>
        <p:txBody>
          <a:bodyPr/>
          <a:lstStyle/>
          <a:p>
            <a:fld id="{576BD1F6-F705-449A-8396-174F32136DF6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CCFFCB-747B-18CE-B1CA-86800F14D41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2812B252-0E5E-01F3-B740-90B3CFA9AD5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080760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40470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6516" y="502920"/>
            <a:ext cx="6858000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06516" y="1472183"/>
            <a:ext cx="6858000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AF4E90B-EF6F-24B4-C4FE-7FBC72B7E9E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15867" y="0"/>
            <a:ext cx="3968496" cy="6858000"/>
          </a:xfrm>
          <a:noFill/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F50B082-E806-677A-B150-164003C5B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EBF228F-ECC6-8326-8C59-4539BE646E4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29E235C-963A-D79C-5145-5233B1FD5A89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21447D-8AA6-9863-0212-376200A916F4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8729070" y="6318504"/>
            <a:ext cx="2838090" cy="365760"/>
          </a:xfrm>
        </p:spPr>
        <p:txBody>
          <a:bodyPr/>
          <a:lstStyle/>
          <a:p>
            <a:fld id="{7077AA60-B118-4889-AC4B-277A8B02D27B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6FDC5C-46E3-4585-C089-E091BE6E5D3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706516" y="6318504"/>
            <a:ext cx="409651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395A93-90A0-8500-32A5-2011DF9658F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321719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6858000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472184"/>
            <a:ext cx="6858000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9D3616B-B0C6-AB9E-48FA-05090671826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29142" y="0"/>
            <a:ext cx="3939493" cy="6858000"/>
          </a:xfrm>
          <a:noFill/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5BBFBAF-5922-A442-5D1A-BC28ADE0D2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9DBF79C-336C-A5FC-F9A7-F678FEB5C351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B3E95C8-0894-01F3-97E4-60803AAA24AF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32EABA-2011-B91D-C867-6B03C474330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4709160" y="6318504"/>
            <a:ext cx="2350008" cy="365760"/>
          </a:xfrm>
        </p:spPr>
        <p:txBody>
          <a:bodyPr/>
          <a:lstStyle/>
          <a:p>
            <a:fld id="{DB8F12BC-FCDD-4026-B597-144C5072AB24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5B44AF-FB05-4BBA-5AC9-C89D1BB5BE6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437E37F5-E579-D12C-536E-A9118707E1C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976872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1976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8040" y="502918"/>
            <a:ext cx="4389120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78040" y="2084832"/>
            <a:ext cx="4389120" cy="417324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266D3CD-E64E-AB28-1EEC-F7CA30D2619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15866" y="1"/>
            <a:ext cx="6409944" cy="6858000"/>
          </a:xfrm>
          <a:noFill/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A72DDF2-1DCF-ED6E-B46F-C5481B11F7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952B8BF-260C-7869-ECC9-65A4737A29DB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E7A490F-C5BE-4D6A-6333-24501D912E0A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DFA3A1-170C-9EB0-EF98-9A00E9351AE4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545580" y="6318504"/>
            <a:ext cx="1021580" cy="365760"/>
          </a:xfrm>
        </p:spPr>
        <p:txBody>
          <a:bodyPr/>
          <a:lstStyle/>
          <a:p>
            <a:fld id="{4BE214C9-FA61-4E65-BF1A-91864A45277C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98F0C5-C653-A666-2C8B-EF516904B82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178040" y="6318504"/>
            <a:ext cx="336754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3843455-3BFC-C480-EE14-CFA983FD8D4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734474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389120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084832"/>
            <a:ext cx="4389120" cy="416966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60263" y="0"/>
            <a:ext cx="6408375" cy="6858000"/>
          </a:xfrm>
          <a:noFill/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D76C82F-0CA8-713E-E19A-65D51910A5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3A0EB22-0640-E9D6-5C90-504668EDC47C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995F219-6751-8C9C-0F4E-1048F537CB6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264408" y="6318504"/>
            <a:ext cx="1325880" cy="365760"/>
          </a:xfrm>
        </p:spPr>
        <p:txBody>
          <a:bodyPr/>
          <a:lstStyle/>
          <a:p>
            <a:fld id="{0E1982AC-E354-455B-B3B8-8AE6A3392FBA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2648" y="6318504"/>
            <a:ext cx="265176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507992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18008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3345" y="502920"/>
            <a:ext cx="4623815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49EC769-D182-1983-9C57-352B35F4B59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15865" y="0"/>
            <a:ext cx="6172200" cy="6858000"/>
          </a:xfrm>
          <a:noFill/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40297" y="1472184"/>
            <a:ext cx="4626863" cy="478620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7CE12A3-3124-BD77-3CA4-2BA094D5B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8512E58-77BD-B01E-2B37-D3C196087B94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BEE4717-99E1-2AB6-E8AD-FAF1794B85EE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D225F5-3F39-BCEB-2C78-7154153A5A3C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395678" y="6318504"/>
            <a:ext cx="1171481" cy="365760"/>
          </a:xfrm>
        </p:spPr>
        <p:txBody>
          <a:bodyPr/>
          <a:lstStyle/>
          <a:p>
            <a:fld id="{810200EB-FCA0-402A-B7B1-33E21AD59018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BA543-16A6-BD13-2E0E-D91F3215C00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940297" y="6318504"/>
            <a:ext cx="345538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342E6085-40BD-B034-DCA8-184879ABE0F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373500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7AE7BB9-8F3B-888B-7C5F-C693E4B78B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A2AA3A-CAA5-475A-C3CD-9ABFCE2B0092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43ED07E-CBE3-22B8-BCE0-4F98BB64C4C6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573413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472184"/>
            <a:ext cx="4573413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C59C038-AFE7-F1BB-D482-33E17089257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844556" y="0"/>
            <a:ext cx="6224082" cy="6858000"/>
          </a:xfrm>
          <a:noFill/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BA7FF-A77E-82D8-382F-C60F9EB7D40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355847" y="6318504"/>
            <a:ext cx="1418733" cy="365760"/>
          </a:xfrm>
        </p:spPr>
        <p:txBody>
          <a:bodyPr/>
          <a:lstStyle/>
          <a:p>
            <a:fld id="{EB985D21-B2A4-4F38-8ED6-BA694362EEC4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2B6E2F6-1C60-7678-922C-01C4DB211D7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2648" y="6318504"/>
            <a:ext cx="274320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277AED5A-2B3B-6F43-CA78-5BF85217FD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692285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058616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DB5D765-4DB1-83CD-C254-A90B6611C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69A84EF-6D24-A163-8B58-B5389FD4DDD7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E9A50A9-013C-611D-B106-1ED459519F5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5592" y="502920"/>
            <a:ext cx="3401568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65592" y="2084832"/>
            <a:ext cx="3401568" cy="416966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15866" y="-1"/>
            <a:ext cx="7397496" cy="6857999"/>
          </a:xfrm>
          <a:noFill/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504406" y="6318504"/>
            <a:ext cx="1062754" cy="365760"/>
          </a:xfrm>
        </p:spPr>
        <p:txBody>
          <a:bodyPr/>
          <a:lstStyle/>
          <a:p>
            <a:fld id="{88BC5615-7E1A-435D-9122-C7D7676966CB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8165592" y="6318504"/>
            <a:ext cx="233352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73470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DCFD1FA7-C4E8-DE5C-3B9D-DCD115B6C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C133272-DC27-4D54-F532-D2039EAA5D95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9C8420D-B6AB-D6E7-38A4-FFF30B404590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401568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084832"/>
            <a:ext cx="3401568" cy="416966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5A6D87B-55DF-483B-0AF7-E6F2B6041C8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72711" y="0"/>
            <a:ext cx="7395927" cy="6858000"/>
          </a:xfrm>
          <a:noFill/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88150" y="6318504"/>
            <a:ext cx="101458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965DD02-F7E1-4EF0-B1B3-B510364553F4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8" y="6318504"/>
            <a:ext cx="197550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520440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231699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22376"/>
            <a:ext cx="3017520" cy="3364992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98356" y="722376"/>
            <a:ext cx="3566160" cy="54406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5A6D87B-55DF-483B-0AF7-E6F2B6041C8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105656" y="722376"/>
            <a:ext cx="3417212" cy="5440680"/>
          </a:xfrm>
          <a:noFill/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1DDF62D-265F-648C-DEAF-A6B63AFE9A8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2D1000B-DD91-46C7-8C5B-72A476E645B7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B46F9121-A740-6137-350B-F287FC3F65E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B1E5F69-8168-1838-71D3-E395524793E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C494689-2DF4-F719-B5A3-0E33B5AB9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58C88C8-2ADC-03E1-DA79-C09C9FFCB400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EE9281E-3F01-B630-B5DF-17CEE295D67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47165081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5592" y="1008126"/>
            <a:ext cx="3401567" cy="194767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93A3E8A-C3F5-3D0B-FDE4-68B52DFE719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15866" y="0"/>
            <a:ext cx="7397496" cy="6858000"/>
          </a:xfrm>
          <a:noFill/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65592" y="3099816"/>
            <a:ext cx="3401567" cy="305409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02754B6-EAB4-945C-FC4E-F8F7D453B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99CF6F-40DA-4FCF-FBCF-9907CB96FB7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7C8A1CA-3094-3344-5C05-30F5E18CD02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2343-B677-7565-070B-CEED0B0D546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97312" y="6318504"/>
            <a:ext cx="1069847" cy="365760"/>
          </a:xfrm>
        </p:spPr>
        <p:txBody>
          <a:bodyPr/>
          <a:lstStyle/>
          <a:p>
            <a:fld id="{FCFE13F4-FC18-4490-99DB-C482A2C5E645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8C8E1E-13A9-668C-1F5C-BC271E6A05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8165592" y="6318504"/>
            <a:ext cx="233172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BC881-6669-50F2-64F2-57BD81A93B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019413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956312"/>
            <a:ext cx="3647839" cy="1420235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115929"/>
            <a:ext cx="12192000" cy="4506283"/>
          </a:xfrm>
          <a:noFill/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2780D-0AD2-4AF5-BB2C-10475DA517D3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57800" y="4956312"/>
            <a:ext cx="6309360" cy="142023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A6CD91D-B3A8-3626-F189-B9F77A315D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0" y="1"/>
            <a:ext cx="12198096" cy="123363"/>
            <a:chOff x="-5025" y="6737718"/>
            <a:chExt cx="12207200" cy="1233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869147E-E51A-3B94-6CD8-EE629F879704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DCD771F-7FFC-BCEC-B388-8883BD9CBC61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4964449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93596"/>
            <a:ext cx="2953618" cy="2007912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68555" y="4093596"/>
            <a:ext cx="7298605" cy="2289578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8FB154D-4A60-735B-FA5C-F17F96D0F7D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2192000" cy="3700807"/>
          </a:xfrm>
          <a:noFill/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AA293A1-7F80-90D9-D8FF-27238ADD795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9C35D84-2038-43B8-87E1-39B174B42ED8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BD91724-58CE-FA68-1E24-9CD57621C1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9AC797-2D9B-C7AC-550D-157FEDA380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591928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2953618" cy="201168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70248" y="502920"/>
            <a:ext cx="7296912" cy="228600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E959C07-1179-7036-2FC4-CF6EC66C9FF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3172968"/>
            <a:ext cx="12192000" cy="3685032"/>
          </a:xfrm>
          <a:noFill/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F655A3-ED64-0178-B367-0F46DD9A691F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8430768" y="2788920"/>
            <a:ext cx="3136392" cy="365760"/>
          </a:xfrm>
        </p:spPr>
        <p:txBody>
          <a:bodyPr/>
          <a:lstStyle/>
          <a:p>
            <a:fld id="{12A145EB-BC83-4D9F-99CE-1AFD1B145031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11A9B6-300C-45F6-9919-55190200021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2648" y="2788920"/>
            <a:ext cx="409651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2D10F7-2EB6-A853-1981-9DAA6DF7FCE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484864" y="2788920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68102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0333CDCF-1D03-5851-5ADE-6C229D9C9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36CADBC-4985-70E0-56BE-1C8385BBCBD0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31B3299-F1D4-88B7-5B22-7D623606691F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7978"/>
            <a:ext cx="10954512" cy="969264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5C3B04B-96C8-DA90-9593-3508CE34B4E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2648" y="1801367"/>
            <a:ext cx="5243709" cy="4489704"/>
          </a:xfrm>
          <a:noFill/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37960" y="1801367"/>
            <a:ext cx="5029200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303468-1991-7CCF-2C67-0B5A3850BAD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1152DAEF-BA02-40D7-96C4-22CF81808603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02B3BF-7794-675C-7382-345519B43BE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AF75D71-C32E-4EF6-2C8E-B5F29DBF4D1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76790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, 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6287667-A4F8-6B7A-7C1E-415768F3B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60F260A-40A1-ED4C-F5A8-F915D3BDB7F5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79CD2C2-2541-1223-03B1-97955C134718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669536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02919"/>
            <a:ext cx="5471160" cy="581558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2648" y="2293938"/>
            <a:ext cx="4669536" cy="4024566"/>
          </a:xfrm>
          <a:noFill/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D2F68ED-5552-E109-B7F4-671217CABF2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C5C0C1B-4F26-49DF-B317-F70F5A4AA37F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3134235-8D6E-735A-EBA0-BA533F60F02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73B9B49-4584-CFEF-738F-BE68D009CEA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839448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, Content Photo 16.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53C02DA-0C9D-12C9-42BB-CC4820B41C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3680A20-A590-D755-5AA0-BAF1B1402907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6CA06CF-7B14-32D2-2412-3434710512E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645980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12227" y="502919"/>
            <a:ext cx="6354933" cy="581558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2648" y="2293938"/>
            <a:ext cx="3645980" cy="4024565"/>
          </a:xfrm>
          <a:noFill/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77B5705-417F-4994-A4DE-84AF5BBCD64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140682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75A7C06-2D6E-7095-8C8D-8ED3F95CE06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DE50F9B-5D48-EA9A-24F5-7337B3C771DE}"/>
              </a:ext>
            </a:extLst>
          </p:cNvPr>
          <p:cNvGrpSpPr/>
          <p:nvPr userDrawn="1"/>
        </p:nvGrpSpPr>
        <p:grpSpPr>
          <a:xfrm>
            <a:off x="-22275" y="-6922"/>
            <a:ext cx="12214275" cy="6888025"/>
            <a:chOff x="-22275" y="-6922"/>
            <a:chExt cx="12214275" cy="688802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C7FE29A-8CCB-52F3-F8A7-3FD20F625F9C}"/>
                </a:ext>
              </a:extLst>
            </p:cNvPr>
            <p:cNvSpPr/>
            <p:nvPr/>
          </p:nvSpPr>
          <p:spPr>
            <a:xfrm rot="5400000">
              <a:off x="2655863" y="-2678137"/>
              <a:ext cx="6857999" cy="12214275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DC6E483-3AE3-37FF-B5E7-2040AC685FDD}"/>
                </a:ext>
              </a:extLst>
            </p:cNvPr>
            <p:cNvSpPr/>
            <p:nvPr/>
          </p:nvSpPr>
          <p:spPr>
            <a:xfrm rot="16200000">
              <a:off x="3197276" y="-2132545"/>
              <a:ext cx="6850175" cy="11139273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19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21823A5-1321-85C2-A7F8-A83D39ED013F}"/>
                </a:ext>
              </a:extLst>
            </p:cNvPr>
            <p:cNvSpPr/>
            <p:nvPr/>
          </p:nvSpPr>
          <p:spPr>
            <a:xfrm flipH="1">
              <a:off x="-9524" y="-6922"/>
              <a:ext cx="3836566" cy="6888025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D03B5C2-7838-0462-0E76-57838EC835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6189691" y="-743112"/>
              <a:ext cx="5263375" cy="674124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48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7304" y="977770"/>
            <a:ext cx="11137392" cy="4114800"/>
          </a:xfrm>
        </p:spPr>
        <p:txBody>
          <a:bodyPr>
            <a:normAutofit/>
          </a:bodyPr>
          <a:lstStyle>
            <a:lvl1pPr algn="ctr">
              <a:defRPr sz="27800" b="1"/>
            </a:lvl1pPr>
          </a:lstStyle>
          <a:p>
            <a:r>
              <a:rPr lang="en-US" dirty="0"/>
              <a:t>##%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39562" y="4924130"/>
            <a:ext cx="9912876" cy="1545336"/>
          </a:xfrm>
        </p:spPr>
        <p:txBody>
          <a:bodyPr>
            <a:normAutofit/>
          </a:bodyPr>
          <a:lstStyle>
            <a:lvl1pPr marL="0" indent="0" algn="ctr">
              <a:buNone/>
              <a:defRPr sz="2800"/>
            </a:lvl1pPr>
            <a:lvl2pPr marL="228600" indent="0" algn="ctr">
              <a:buNone/>
              <a:defRPr sz="2400"/>
            </a:lvl2pPr>
            <a:lvl3pPr marL="457200" indent="0" algn="ctr">
              <a:buNone/>
              <a:defRPr sz="2000"/>
            </a:lvl3pPr>
            <a:lvl4pPr marL="685800" indent="0" algn="ctr">
              <a:buNone/>
              <a:defRPr sz="1800"/>
            </a:lvl4pPr>
            <a:lvl5pPr marL="914400" indent="0" algn="ctr">
              <a:buNone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34716D1-3506-ECF7-D8AF-2844E09CF61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9DD8751-3715-4661-9D6B-A4A34F6E67A3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3A6B13-B641-2F2B-F9C1-400A4BFC84E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0FA4FD-05D7-E445-800B-43A7FE44B38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80835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052" y="581104"/>
            <a:ext cx="11155680" cy="4334256"/>
          </a:xfrm>
        </p:spPr>
        <p:txBody>
          <a:bodyPr>
            <a:normAutofit/>
          </a:bodyPr>
          <a:lstStyle>
            <a:lvl1pPr algn="l">
              <a:defRPr sz="278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r>
              <a:rPr lang="en-US" dirty="0"/>
              <a:t>##%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8" y="4718304"/>
            <a:ext cx="6281928" cy="1353312"/>
          </a:xfrm>
        </p:spPr>
        <p:txBody>
          <a:bodyPr>
            <a:normAutofit/>
          </a:bodyPr>
          <a:lstStyle>
            <a:lvl1pPr marL="0" indent="0" algn="l">
              <a:buNone/>
              <a:defRPr sz="2800">
                <a:solidFill>
                  <a:schemeClr val="tx1"/>
                </a:solidFill>
              </a:defRPr>
            </a:lvl1pPr>
            <a:lvl2pPr marL="228600" indent="0" algn="l">
              <a:buNone/>
              <a:defRPr sz="2400">
                <a:solidFill>
                  <a:schemeClr val="tx1"/>
                </a:solidFill>
              </a:defRPr>
            </a:lvl2pPr>
            <a:lvl3pPr marL="457200" indent="0" algn="l">
              <a:buNone/>
              <a:defRPr sz="2000">
                <a:solidFill>
                  <a:schemeClr val="tx1"/>
                </a:solidFill>
              </a:defRPr>
            </a:lvl3pPr>
            <a:lvl4pPr marL="685800" indent="0" algn="l">
              <a:buNone/>
              <a:defRPr sz="1800">
                <a:solidFill>
                  <a:schemeClr val="tx1"/>
                </a:solidFill>
              </a:defRPr>
            </a:lvl4pPr>
            <a:lvl5pPr marL="914400" indent="0" algn="l">
              <a:buNone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603007-CB96-38C0-FA78-CDF806B8404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ED1BEC6-30D1-486C-86EF-0985FD7A0A5D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AFA283-8B69-8448-DC7D-6DE3F0476B0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BAC523-8535-BC3B-EFC6-1044D3F7EBB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04389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4260" y="182880"/>
            <a:ext cx="11247120" cy="4977455"/>
          </a:xfrm>
        </p:spPr>
        <p:txBody>
          <a:bodyPr anchor="t">
            <a:noAutofit/>
          </a:bodyPr>
          <a:lstStyle>
            <a:lvl1pPr algn="l">
              <a:defRPr sz="325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r>
              <a:rPr lang="en-US" dirty="0"/>
              <a:t>##%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8" y="4983480"/>
            <a:ext cx="6281928" cy="1353312"/>
          </a:xfrm>
        </p:spPr>
        <p:txBody>
          <a:bodyPr anchor="b">
            <a:normAutofit/>
          </a:bodyPr>
          <a:lstStyle>
            <a:lvl1pPr marL="0" indent="0" algn="l">
              <a:buNone/>
              <a:defRPr sz="2800">
                <a:solidFill>
                  <a:schemeClr val="tx1"/>
                </a:solidFill>
              </a:defRPr>
            </a:lvl1pPr>
            <a:lvl2pPr marL="228600" indent="0" algn="l">
              <a:buNone/>
              <a:defRPr sz="2400">
                <a:solidFill>
                  <a:schemeClr val="tx1"/>
                </a:solidFill>
              </a:defRPr>
            </a:lvl2pPr>
            <a:lvl3pPr marL="457200" indent="0" algn="l">
              <a:buNone/>
              <a:defRPr sz="2000">
                <a:solidFill>
                  <a:schemeClr val="tx1"/>
                </a:solidFill>
              </a:defRPr>
            </a:lvl3pPr>
            <a:lvl4pPr marL="685800" indent="0" algn="l">
              <a:buNone/>
              <a:defRPr sz="1800">
                <a:solidFill>
                  <a:schemeClr val="tx1"/>
                </a:solidFill>
              </a:defRPr>
            </a:lvl4pPr>
            <a:lvl5pPr marL="914400" indent="0" algn="l">
              <a:buNone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DE8C0-7863-A0F4-9EFB-60B2F8DD221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51A22BB-54D5-4FC8-B555-F8BC3BC81403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E20381-0150-ABDF-3C66-3E77DA79EE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AD7FDD-1157-5BB4-4A9F-3F35CE7FF47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6010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tement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1C0A04-3BC7-B88E-3974-2A73D0A107E7}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07991EE-474F-899B-8FEF-F82B3E5BDF10}"/>
              </a:ext>
            </a:extLst>
          </p:cNvPr>
          <p:cNvGrpSpPr/>
          <p:nvPr userDrawn="1"/>
        </p:nvGrpSpPr>
        <p:grpSpPr>
          <a:xfrm>
            <a:off x="-7285" y="-6922"/>
            <a:ext cx="12199285" cy="6869101"/>
            <a:chOff x="-22275" y="-6922"/>
            <a:chExt cx="12214275" cy="68691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9D5B255-8277-F118-03CD-8BAE19E8D68B}"/>
                </a:ext>
              </a:extLst>
            </p:cNvPr>
            <p:cNvSpPr/>
            <p:nvPr/>
          </p:nvSpPr>
          <p:spPr>
            <a:xfrm rot="5400000">
              <a:off x="2655863" y="-2678137"/>
              <a:ext cx="6857999" cy="12214275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E8FF695-246F-077D-F2C8-36B38501750D}"/>
                </a:ext>
              </a:extLst>
            </p:cNvPr>
            <p:cNvSpPr/>
            <p:nvPr/>
          </p:nvSpPr>
          <p:spPr>
            <a:xfrm rot="16200000">
              <a:off x="3197276" y="-2132545"/>
              <a:ext cx="6850175" cy="11139273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19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DB72F2E-896E-2C27-7B7B-07C3BA02B78E}"/>
                </a:ext>
              </a:extLst>
            </p:cNvPr>
            <p:cNvSpPr/>
            <p:nvPr/>
          </p:nvSpPr>
          <p:spPr>
            <a:xfrm flipH="1">
              <a:off x="-14981" y="-6922"/>
              <a:ext cx="3836566" cy="685291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522BC71-28C2-81D8-FB44-31BC493BBF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6189691" y="-743112"/>
              <a:ext cx="5263375" cy="674124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48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7" y="548640"/>
            <a:ext cx="7935607" cy="478093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600" b="1"/>
            </a:lvl1pPr>
            <a:lvl2pPr marL="228600" indent="0">
              <a:lnSpc>
                <a:spcPct val="100000"/>
              </a:lnSpc>
              <a:buNone/>
              <a:defRPr sz="5600" b="1"/>
            </a:lvl2pPr>
            <a:lvl3pPr marL="457200" indent="0">
              <a:lnSpc>
                <a:spcPct val="100000"/>
              </a:lnSpc>
              <a:buNone/>
              <a:defRPr sz="5600" b="1"/>
            </a:lvl3pPr>
            <a:lvl4pPr marL="685800" indent="0">
              <a:lnSpc>
                <a:spcPct val="100000"/>
              </a:lnSpc>
              <a:buNone/>
              <a:defRPr sz="5600" b="1"/>
            </a:lvl4pPr>
            <a:lvl5pPr marL="914400" indent="0">
              <a:lnSpc>
                <a:spcPct val="100000"/>
              </a:lnSpc>
              <a:buNone/>
              <a:defRPr sz="56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3681088-8C72-D3AA-E951-F32AA4318F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-10332" y="6388874"/>
            <a:ext cx="12199284" cy="477513"/>
            <a:chOff x="-5025" y="6737718"/>
            <a:chExt cx="12207200" cy="123363"/>
          </a:xfrm>
          <a:solidFill>
            <a:schemeClr val="tx1"/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3FCCF6-A9CE-8C06-A018-3526E4B210A6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641A033-DCF1-2B2E-7479-E074B140FA8C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3F83B6E-95ED-1D70-2F6E-8299525C0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719157" y="0"/>
            <a:ext cx="472843" cy="6858000"/>
            <a:chOff x="12068638" y="0"/>
            <a:chExt cx="123362" cy="6858000"/>
          </a:xfrm>
          <a:solidFill>
            <a:schemeClr val="tx1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1F59BE4-AC2E-2AB9-FE80-40CAF77CA798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01C2DAC-E593-02EE-C7E4-01B9BAA443C6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B1CDE9-5530-27AD-F371-845225CBAE0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430768" y="6386132"/>
            <a:ext cx="3136392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DE237E5-2C05-430C-94A2-61DB8B3EAA7B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0BD0FB-DF25-A357-E7A1-DE73856D8C0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8" y="6386132"/>
            <a:ext cx="4096512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5A7A1A-40D3-94ED-3398-E5F9BADBC5E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484864" y="6386132"/>
            <a:ext cx="493776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31446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82175" y="751366"/>
            <a:ext cx="8353433" cy="540254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1pPr>
            <a:lvl2pPr marL="2286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2pPr>
            <a:lvl3pPr marL="4572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3pPr>
            <a:lvl4pPr marL="6858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4pPr>
            <a:lvl5pPr marL="9144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CA33720-A04E-18B6-251B-16C80085F29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36999E5-D287-420B-976A-C27FA1ACB8DB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32871A2-A450-61EB-7368-98B251F1549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C245A2E-4B49-CED7-ADDF-6624BCC88DD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23AF82-B640-17D0-AC4B-55F4EDF5C4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DA5C8EA-7A6C-8AC0-78D1-F538329B41B8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F2FAD3C-DB75-D855-489D-B09F992EA0E9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B287CE5-00A5-FA1D-EB2D-E5CFD27420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0" y="6734636"/>
            <a:ext cx="12188952" cy="123363"/>
            <a:chOff x="-5025" y="6737718"/>
            <a:chExt cx="12207200" cy="12336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2C43EBD-E088-A3CD-FCDE-E6ED8F87D148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D88F00F-9D01-378E-377E-26B543D2FA77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180129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1823376"/>
            <a:ext cx="9198864" cy="2875175"/>
          </a:xfrm>
        </p:spPr>
        <p:txBody>
          <a:bodyPr anchor="ctr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53934-FF5E-40BD-A7EF-BE94B0ACBBC1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5202865"/>
            <a:ext cx="9198864" cy="559982"/>
          </a:xfrm>
        </p:spPr>
        <p:txBody>
          <a:bodyPr>
            <a:noAutofit/>
          </a:bodyPr>
          <a:lstStyle>
            <a:lvl1pPr marL="0" indent="0">
              <a:buNone/>
              <a:defRPr sz="24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1pPr>
            <a:lvl2pPr marL="228600" indent="0">
              <a:buNone/>
              <a:defRPr sz="24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2pPr>
            <a:lvl3pPr marL="457200" indent="0">
              <a:buNone/>
              <a:defRPr sz="20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3pPr>
            <a:lvl4pPr marL="685800" indent="0">
              <a:buNone/>
              <a:defRPr sz="1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4pPr>
            <a:lvl5pPr marL="914400" indent="0">
              <a:buNone/>
              <a:defRPr sz="16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5pPr>
          </a:lstStyle>
          <a:p>
            <a:pPr lvl="0"/>
            <a:r>
              <a:rPr lang="en-US" dirty="0"/>
              <a:t>Quote Author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7498051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008CFE4-4AC8-17F9-C6E2-22D96CF8106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F771DE8-E061-3895-510A-61CBC2443569}"/>
              </a:ext>
            </a:extLst>
          </p:cNvPr>
          <p:cNvGrpSpPr/>
          <p:nvPr userDrawn="1"/>
        </p:nvGrpSpPr>
        <p:grpSpPr>
          <a:xfrm>
            <a:off x="807326" y="778051"/>
            <a:ext cx="10577346" cy="5314435"/>
            <a:chOff x="807326" y="778051"/>
            <a:chExt cx="10577346" cy="531443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D2E260E-763F-A06B-2808-39975829F205}"/>
                </a:ext>
              </a:extLst>
            </p:cNvPr>
            <p:cNvSpPr/>
            <p:nvPr/>
          </p:nvSpPr>
          <p:spPr>
            <a:xfrm rot="5400000" flipH="1">
              <a:off x="3438786" y="-1853401"/>
              <a:ext cx="5314432" cy="10577340"/>
            </a:xfrm>
            <a:prstGeom prst="rect">
              <a:avLst/>
            </a:prstGeom>
            <a:gradFill>
              <a:gsLst>
                <a:gs pos="0">
                  <a:schemeClr val="accent2">
                    <a:alpha val="78000"/>
                  </a:schemeClr>
                </a:gs>
                <a:gs pos="93000">
                  <a:schemeClr val="accent5">
                    <a:alpha val="85000"/>
                  </a:schemeClr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E82642F-D94D-7313-EB9D-48E3CBEDD19C}"/>
                </a:ext>
              </a:extLst>
            </p:cNvPr>
            <p:cNvSpPr/>
            <p:nvPr/>
          </p:nvSpPr>
          <p:spPr>
            <a:xfrm rot="16200000" flipH="1">
              <a:off x="3445177" y="-1846407"/>
              <a:ext cx="5314435" cy="10563352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alpha val="79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21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AF07BFD-B9D2-EC0A-E652-91B14A953CD7}"/>
                </a:ext>
              </a:extLst>
            </p:cNvPr>
            <p:cNvSpPr/>
            <p:nvPr/>
          </p:nvSpPr>
          <p:spPr>
            <a:xfrm rot="10800000">
              <a:off x="807326" y="778051"/>
              <a:ext cx="3333441" cy="530836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A4CA2AB-CF12-B4C5-473B-8012BA7C6F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 flipH="1">
              <a:off x="4205050" y="-1083744"/>
              <a:ext cx="4078718" cy="10273742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26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55064" y="2092751"/>
            <a:ext cx="8695944" cy="2128102"/>
          </a:xfrm>
        </p:spPr>
        <p:txBody>
          <a:bodyPr anchor="ctr">
            <a:normAutofit/>
          </a:bodyPr>
          <a:lstStyle>
            <a:lvl1pPr>
              <a:lnSpc>
                <a:spcPct val="100000"/>
              </a:lnSpc>
              <a:defRPr sz="3800"/>
            </a:lvl1pPr>
          </a:lstStyle>
          <a:p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0FE3343-9C91-4096-99FF-ECBDF38E6A84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55064" y="5120640"/>
            <a:ext cx="8695944" cy="62179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b="1" dirty="0"/>
            </a:lvl1pPr>
            <a:lvl2pPr marL="228600" indent="0">
              <a:buNone/>
              <a:defRPr lang="en-US" b="1" dirty="0"/>
            </a:lvl2pPr>
            <a:lvl3pPr marL="457200" indent="0">
              <a:buNone/>
              <a:defRPr lang="en-US" b="1" dirty="0"/>
            </a:lvl3pPr>
            <a:lvl4pPr marL="685800" indent="0">
              <a:buNone/>
              <a:defRPr lang="en-US" b="1" dirty="0"/>
            </a:lvl4pPr>
            <a:lvl5pPr marL="914400" indent="0">
              <a:buNone/>
              <a:defRPr lang="en-US" b="1" dirty="0"/>
            </a:lvl5pPr>
          </a:lstStyle>
          <a:p>
            <a:pPr lvl="0"/>
            <a:r>
              <a:rPr lang="en-US" dirty="0"/>
              <a:t>Quote Author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628590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3-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008CFE4-4AC8-17F9-C6E2-22D96CF8106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1DE4581-CCFE-13FF-B53C-592638067FCF}"/>
              </a:ext>
            </a:extLst>
          </p:cNvPr>
          <p:cNvGrpSpPr/>
          <p:nvPr userDrawn="1"/>
        </p:nvGrpSpPr>
        <p:grpSpPr>
          <a:xfrm>
            <a:off x="-22275" y="-6922"/>
            <a:ext cx="12214275" cy="6888025"/>
            <a:chOff x="-22275" y="-6922"/>
            <a:chExt cx="12214275" cy="688802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A60AF8B-1447-F11B-317A-2B62BF427200}"/>
                </a:ext>
              </a:extLst>
            </p:cNvPr>
            <p:cNvSpPr/>
            <p:nvPr/>
          </p:nvSpPr>
          <p:spPr>
            <a:xfrm rot="5400000">
              <a:off x="2655863" y="-2678137"/>
              <a:ext cx="6857999" cy="12214275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7607FDD-F605-68F1-7AA0-8C46B55839F8}"/>
                </a:ext>
              </a:extLst>
            </p:cNvPr>
            <p:cNvSpPr/>
            <p:nvPr/>
          </p:nvSpPr>
          <p:spPr>
            <a:xfrm rot="16200000">
              <a:off x="3197276" y="-2132545"/>
              <a:ext cx="6850175" cy="11139273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19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67C2197-4AA5-2448-A5C9-5616910115AD}"/>
                </a:ext>
              </a:extLst>
            </p:cNvPr>
            <p:cNvSpPr/>
            <p:nvPr/>
          </p:nvSpPr>
          <p:spPr>
            <a:xfrm flipH="1">
              <a:off x="-9524" y="-6922"/>
              <a:ext cx="3836566" cy="6888025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761D807-E465-A2B1-482D-442EF66B99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6189691" y="-743112"/>
              <a:ext cx="5263375" cy="674124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48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 dirty="0">
                <a:solidFill>
                  <a:srgbClr val="FFFFFF"/>
                </a:solidFill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86778F49-4B68-120E-A1F3-0E4E0A1907FA}"/>
              </a:ext>
            </a:extLst>
          </p:cNvPr>
          <p:cNvSpPr/>
          <p:nvPr userDrawn="1"/>
        </p:nvSpPr>
        <p:spPr>
          <a:xfrm>
            <a:off x="803940" y="778051"/>
            <a:ext cx="10577340" cy="53083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55064" y="2092751"/>
            <a:ext cx="8695944" cy="2128102"/>
          </a:xfrm>
        </p:spPr>
        <p:txBody>
          <a:bodyPr anchor="ctr">
            <a:normAutofit/>
          </a:bodyPr>
          <a:lstStyle>
            <a:lvl1pPr>
              <a:lnSpc>
                <a:spcPct val="100000"/>
              </a:lnSpc>
              <a:defRPr sz="3800">
                <a:gradFill>
                  <a:gsLst>
                    <a:gs pos="0">
                      <a:schemeClr val="accent5"/>
                    </a:gs>
                    <a:gs pos="99000">
                      <a:schemeClr val="accent2"/>
                    </a:gs>
                  </a:gsLst>
                  <a:lin ang="0" scaled="0"/>
                </a:gradFill>
              </a:defRPr>
            </a:lvl1pPr>
          </a:lstStyle>
          <a:p>
            <a:r>
              <a:rPr lang="en-US" dirty="0"/>
              <a:t>Click to edit Quote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55064" y="5120640"/>
            <a:ext cx="8695944" cy="62179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b="1" dirty="0">
                <a:gradFill>
                  <a:gsLst>
                    <a:gs pos="0">
                      <a:schemeClr val="accent5"/>
                    </a:gs>
                    <a:gs pos="99000">
                      <a:schemeClr val="accent2"/>
                    </a:gs>
                  </a:gsLst>
                  <a:lin ang="0" scaled="0"/>
                </a:gradFill>
              </a:defRPr>
            </a:lvl1pPr>
            <a:lvl2pPr marL="228600" indent="0">
              <a:buNone/>
              <a:defRPr lang="en-US" b="1" dirty="0">
                <a:gradFill>
                  <a:gsLst>
                    <a:gs pos="0">
                      <a:schemeClr val="accent5"/>
                    </a:gs>
                    <a:gs pos="99000">
                      <a:schemeClr val="accent2"/>
                    </a:gs>
                  </a:gsLst>
                  <a:lin ang="0" scaled="0"/>
                </a:gradFill>
              </a:defRPr>
            </a:lvl2pPr>
            <a:lvl3pPr marL="457200" indent="0">
              <a:buNone/>
              <a:defRPr lang="en-US" b="1" dirty="0">
                <a:gradFill>
                  <a:gsLst>
                    <a:gs pos="0">
                      <a:schemeClr val="accent5"/>
                    </a:gs>
                    <a:gs pos="99000">
                      <a:schemeClr val="accent2"/>
                    </a:gs>
                  </a:gsLst>
                  <a:lin ang="0" scaled="0"/>
                </a:gradFill>
              </a:defRPr>
            </a:lvl3pPr>
            <a:lvl4pPr marL="685800" indent="0">
              <a:buNone/>
              <a:defRPr lang="en-US" b="1" dirty="0">
                <a:gradFill>
                  <a:gsLst>
                    <a:gs pos="0">
                      <a:schemeClr val="accent5"/>
                    </a:gs>
                    <a:gs pos="99000">
                      <a:schemeClr val="accent2"/>
                    </a:gs>
                  </a:gsLst>
                  <a:lin ang="0" scaled="0"/>
                </a:gradFill>
              </a:defRPr>
            </a:lvl4pPr>
            <a:lvl5pPr marL="914400" indent="0">
              <a:buNone/>
              <a:defRPr lang="en-US" b="1" dirty="0">
                <a:gradFill>
                  <a:gsLst>
                    <a:gs pos="0">
                      <a:schemeClr val="accent5"/>
                    </a:gs>
                    <a:gs pos="99000">
                      <a:schemeClr val="accent2"/>
                    </a:gs>
                  </a:gsLst>
                  <a:lin ang="0" scaled="0"/>
                </a:gradFill>
              </a:defRPr>
            </a:lvl5pPr>
          </a:lstStyle>
          <a:p>
            <a:pPr lvl="0"/>
            <a:r>
              <a:rPr lang="en-US" dirty="0"/>
              <a:t>Quote Author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2209B1C-CE9D-4940-AB37-92194140AE23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55881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12648" y="438912"/>
            <a:ext cx="9619488" cy="4526280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965192"/>
            <a:ext cx="5431536" cy="128930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 b="1">
                <a:gradFill>
                  <a:gsLst>
                    <a:gs pos="0">
                      <a:schemeClr val="accent2"/>
                    </a:gs>
                    <a:gs pos="90000">
                      <a:schemeClr val="accent5"/>
                    </a:gs>
                  </a:gsLst>
                  <a:lin ang="9600000" scaled="0"/>
                </a:gra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EA7374B-034F-DC15-AAE6-F4EEF684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7C328D3-B18B-24BD-03FA-227757B1BD0C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5D7C039-2BFE-AA4E-98FF-0FB05C26829B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7DC2A72-E563-CD29-C82F-E6F44278A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BA0D5-708A-43AB-A631-CC05967A9D60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339EBEAB-D6C7-76FD-D09E-300CFDFFB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DEFD7D0D-5253-7FBF-942F-E305F4906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7753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9EE128E1-0CDA-47A1-D35D-9C25479EF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619BAD8-E856-5A54-5FB5-85E6CAC4E304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3FCF455-BD54-50B4-8076-41DC7D47954B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1A753856-64E9-57B8-BA9A-9192CD4E9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0" y="1"/>
            <a:ext cx="12188952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9BB5D38-3664-8477-8F8A-91B17B1EE508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F4A8525-6EB9-D4F1-AB1C-1F0B1952FC31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12648" y="1292984"/>
            <a:ext cx="9317736" cy="3785616"/>
          </a:xfrm>
        </p:spPr>
        <p:txBody>
          <a:bodyPr anchor="b">
            <a:normAutofit/>
          </a:bodyPr>
          <a:lstStyle>
            <a:lvl1pPr algn="l">
              <a:lnSpc>
                <a:spcPct val="10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5078600"/>
            <a:ext cx="5431536" cy="128930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75FDC78-0A9E-49C8-8A38-9E53DCF02CCC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4045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4512" cy="11978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7BFCD9-16A4-5745-7BB3-7836095FF1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648" y="2020825"/>
            <a:ext cx="5166360" cy="429767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30EDC57-7D17-D4C8-5C60-A44A480EA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800" y="2015341"/>
            <a:ext cx="5166360" cy="430316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EF6C83-0707-1E19-34F9-FDA8120FE3C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6CA9959E-7598-40EA-A31B-5530B1413770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8CDB76-28FD-D889-FD29-B75FE2B5FE6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6D04B2-E95F-4EE6-17BF-F49CBC96739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708349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0B646A9-91B4-D2CF-8B72-68E668219C00}"/>
              </a:ext>
            </a:extLst>
          </p:cNvPr>
          <p:cNvSpPr/>
          <p:nvPr userDrawn="1"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4512" cy="119786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7BFCD9-16A4-5745-7BB3-7836095FF1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648" y="2133600"/>
            <a:ext cx="5166360" cy="41849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30EDC57-7D17-D4C8-5C60-A44A480EA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800" y="2128115"/>
            <a:ext cx="5166360" cy="419038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184DE-1D38-B3AE-D560-557B3726B5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4E5E196D-7162-46EF-9232-0FDF280FAB25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A082C-5D4A-4A20-87E3-9906B5F3BA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66BE47-AC20-1061-07AD-89A41D02F4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374522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4512" cy="1197864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1682496"/>
            <a:ext cx="5166360" cy="822960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400" b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B5BB1DC-4DAA-D220-25A9-5752C158FD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648" y="2615609"/>
            <a:ext cx="5166360" cy="370289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AB67A04-5E8D-18C5-D47A-A5B5CFE568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038" y="2615608"/>
            <a:ext cx="5166360" cy="370289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0800" y="1682496"/>
            <a:ext cx="5166360" cy="822960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400" b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D0645D-C128-9FF0-2E8B-D2E3E3468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274F6644-90F3-4C1F-B26D-101843FBA04D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669AB3-1083-59C6-B9F8-A35C0D40661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C6DDA88-C058-DDD5-F19B-8B5E7B86C68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8258188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C704A21-3725-4536-B210-EAED58DE1544}"/>
              </a:ext>
            </a:extLst>
          </p:cNvPr>
          <p:cNvSpPr/>
          <p:nvPr userDrawn="1"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3750" cy="119786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2128111"/>
            <a:ext cx="5166360" cy="484632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400" b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B5BB1DC-4DAA-D220-25A9-5752C158FD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648" y="2722893"/>
            <a:ext cx="5166360" cy="3595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AB67A04-5E8D-18C5-D47A-A5B5CFE568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038" y="2722893"/>
            <a:ext cx="5166360" cy="3595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0800" y="2128109"/>
            <a:ext cx="5166360" cy="484633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400" b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D0645D-C128-9FF0-2E8B-D2E3E3468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356AF25-AACD-457E-A9BE-05FA456CFEAE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669AB3-1083-59C6-B9F8-A35C0D40661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C6DDA88-C058-DDD5-F19B-8B5E7B86C68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087641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C6AF9-366E-42AA-B98F-986F29AA39A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496913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B3869-340B-41DF-9C65-735FB09356D1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633094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8542D-74EF-452C-A9C9-E0B5C96C7E4C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9174589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6BE0305-2234-39DE-EC35-B6881018E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EBF17BE-BA15-771A-79F4-91B4C5C752FB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79ADE0D-3A86-F364-6B2A-F373A75E29AE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595634" cy="1808201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309608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99" y="502920"/>
            <a:ext cx="6283861" cy="5803262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12B39-F9DE-4E2E-B0B1-92016F274818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59907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713996" cy="224720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CCD178F-4127-FE67-2F5D-0F1CE788439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53978" y="342016"/>
            <a:ext cx="6413182" cy="59764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923E9-478C-95DE-C678-A683A36F53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3DD8A0F-EB40-1201-2A23-685958AC5DF6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B912E4F-3FBB-39E4-2EA2-BA0D8858A74D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3" name="Date Placeholder 22">
            <a:extLst>
              <a:ext uri="{FF2B5EF4-FFF2-40B4-BE49-F238E27FC236}">
                <a16:creationId xmlns:a16="http://schemas.microsoft.com/office/drawing/2014/main" id="{8ACB14E1-4D3B-B55C-4791-64F774AC361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81DDDC8-40D5-4DAD-BF29-757577A849D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861F92C4-9651-789C-0B22-E6343EE25C7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E55DAD34-8521-F119-F985-ABFBDD3400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9021619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0AE463B-60C7-F01E-97F6-1486FB41D2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94E48A-D751-8593-5D71-0683866A2404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5092F9-8C9B-4865-CB0E-EFD550A28ED3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10890373" cy="1463040"/>
          </a:xfrm>
        </p:spPr>
        <p:txBody>
          <a:bodyPr anchor="t">
            <a:normAutofit/>
          </a:bodyPr>
          <a:lstStyle>
            <a:lvl1pPr>
              <a:defRPr sz="60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8" y="3483864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F2AFD6D-B377-424B-9CD3-33053FB354ED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628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49025BC-4BFA-E0C2-FF97-41BAA095276F}"/>
              </a:ext>
            </a:extLst>
          </p:cNvPr>
          <p:cNvGrpSpPr/>
          <p:nvPr userDrawn="1"/>
        </p:nvGrpSpPr>
        <p:grpSpPr>
          <a:xfrm>
            <a:off x="-22275" y="-6922"/>
            <a:ext cx="12214275" cy="6888025"/>
            <a:chOff x="-22275" y="-6922"/>
            <a:chExt cx="12214275" cy="688802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BEA83D6-9F10-BAFA-4A0E-2C7D635E16F5}"/>
                </a:ext>
              </a:extLst>
            </p:cNvPr>
            <p:cNvSpPr/>
            <p:nvPr/>
          </p:nvSpPr>
          <p:spPr>
            <a:xfrm rot="5400000">
              <a:off x="2655863" y="-2678137"/>
              <a:ext cx="6857999" cy="12214275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9725F78-FBE8-D2B2-5D49-CBD7134499FE}"/>
                </a:ext>
              </a:extLst>
            </p:cNvPr>
            <p:cNvSpPr/>
            <p:nvPr/>
          </p:nvSpPr>
          <p:spPr>
            <a:xfrm rot="16200000">
              <a:off x="3197276" y="-2132545"/>
              <a:ext cx="6850175" cy="11139273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19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DAFBDE7-0927-9426-0191-A5F53955EFFB}"/>
                </a:ext>
              </a:extLst>
            </p:cNvPr>
            <p:cNvSpPr/>
            <p:nvPr/>
          </p:nvSpPr>
          <p:spPr>
            <a:xfrm flipH="1">
              <a:off x="-9524" y="-6922"/>
              <a:ext cx="3836566" cy="6888025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39F2B59-0408-6542-E295-DDB107F0E6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6189691" y="-743112"/>
              <a:ext cx="5263375" cy="674124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48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 dirty="0">
                <a:solidFill>
                  <a:srgbClr val="FFFFFF"/>
                </a:solidFill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051ED59C-915C-FE0F-DB39-433B53F9766C}"/>
              </a:ext>
            </a:extLst>
          </p:cNvPr>
          <p:cNvSpPr/>
          <p:nvPr userDrawn="1"/>
        </p:nvSpPr>
        <p:spPr>
          <a:xfrm>
            <a:off x="-22275" y="2791691"/>
            <a:ext cx="12214275" cy="40824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10890373" cy="1463040"/>
          </a:xfrm>
        </p:spPr>
        <p:txBody>
          <a:bodyPr anchor="t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8" y="3575304"/>
            <a:ext cx="10890374" cy="27432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B464BDC-3DB9-496B-9DFB-E48CB1D37871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24388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DD8D24-88B3-D4D5-4D33-225698C54E3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BD35055-6D74-A348-4718-905599970CC5}"/>
              </a:ext>
            </a:extLst>
          </p:cNvPr>
          <p:cNvGrpSpPr/>
          <p:nvPr userDrawn="1"/>
        </p:nvGrpSpPr>
        <p:grpSpPr>
          <a:xfrm>
            <a:off x="-22275" y="-6922"/>
            <a:ext cx="12214275" cy="6888025"/>
            <a:chOff x="-22275" y="-6922"/>
            <a:chExt cx="12214275" cy="688802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6C4D1BF-2265-9B4D-FEAA-1FD4A17B249F}"/>
                </a:ext>
              </a:extLst>
            </p:cNvPr>
            <p:cNvSpPr/>
            <p:nvPr/>
          </p:nvSpPr>
          <p:spPr>
            <a:xfrm rot="5400000">
              <a:off x="2655863" y="-2678137"/>
              <a:ext cx="6857999" cy="12214275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3D69BAF-14B6-1A1F-BBF0-F95A0950A281}"/>
                </a:ext>
              </a:extLst>
            </p:cNvPr>
            <p:cNvSpPr/>
            <p:nvPr/>
          </p:nvSpPr>
          <p:spPr>
            <a:xfrm rot="16200000">
              <a:off x="3197276" y="-2132545"/>
              <a:ext cx="6850175" cy="11139273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19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6664D15-0667-8496-3D7B-C849F4439E7C}"/>
                </a:ext>
              </a:extLst>
            </p:cNvPr>
            <p:cNvSpPr/>
            <p:nvPr/>
          </p:nvSpPr>
          <p:spPr>
            <a:xfrm flipH="1">
              <a:off x="-9524" y="-6922"/>
              <a:ext cx="3836566" cy="6888025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3DC6ADF-036F-62C6-3833-2B70F669FD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6189691" y="-743112"/>
              <a:ext cx="5263375" cy="674124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48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 dirty="0">
                <a:solidFill>
                  <a:srgbClr val="FFFFFF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10890373" cy="1463040"/>
          </a:xfrm>
        </p:spPr>
        <p:txBody>
          <a:bodyPr anchor="t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8" y="3483864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56EAF4F-BB04-837F-1279-216965ED795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328A920-EAE5-43D0-A025-2D3173FC8677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F7E0F60-3E19-4B79-DA8B-83F675116A0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4173F19-7D89-B9D2-9328-AA60462B18F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027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627318"/>
            <a:ext cx="8430768" cy="1842020"/>
          </a:xfrm>
        </p:spPr>
        <p:txBody>
          <a:bodyPr anchor="b">
            <a:normAutofit/>
          </a:bodyPr>
          <a:lstStyle>
            <a:lvl1pPr>
              <a:defRPr sz="60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3622673"/>
            <a:ext cx="8430768" cy="160934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200" dirty="0"/>
            </a:lvl1pPr>
            <a:lvl2pPr marL="228600" indent="0">
              <a:buNone/>
              <a:defRPr lang="en-US" sz="1800" dirty="0"/>
            </a:lvl2pPr>
            <a:lvl3pPr marL="457200" indent="0">
              <a:buNone/>
              <a:defRPr lang="en-US" sz="16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2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19FB9CE5-82CB-4BBC-9F10-5FF8E4795D9F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39701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clusion 2">
    <p:bg>
      <p:bgPr>
        <a:gradFill flip="none" rotWithShape="1">
          <a:gsLst>
            <a:gs pos="0">
              <a:schemeClr val="accent5"/>
            </a:gs>
            <a:gs pos="100000">
              <a:schemeClr val="accent2"/>
            </a:gs>
          </a:gsLst>
          <a:lin ang="147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CFBC045-0373-ACEC-D701-C29531DB3B4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</a:schemeClr>
              </a:gs>
              <a:gs pos="38000">
                <a:schemeClr val="accent5">
                  <a:alpha val="0"/>
                </a:schemeClr>
              </a:gs>
            </a:gsLst>
            <a:lin ang="19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8661E70-41DE-F244-2F5E-1D22BCE828CF}"/>
              </a:ext>
            </a:extLst>
          </p:cNvPr>
          <p:cNvSpPr/>
          <p:nvPr/>
        </p:nvSpPr>
        <p:spPr>
          <a:xfrm>
            <a:off x="7693892" y="0"/>
            <a:ext cx="4498108" cy="6858000"/>
          </a:xfrm>
          <a:prstGeom prst="rect">
            <a:avLst/>
          </a:prstGeom>
          <a:gradFill>
            <a:gsLst>
              <a:gs pos="0">
                <a:schemeClr val="accent5">
                  <a:lumMod val="75000"/>
                </a:schemeClr>
              </a:gs>
              <a:gs pos="48000">
                <a:schemeClr val="accent5"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18C905-89DD-DA9A-6CC9-8B2F0FD5CF6F}"/>
              </a:ext>
            </a:extLst>
          </p:cNvPr>
          <p:cNvSpPr/>
          <p:nvPr/>
        </p:nvSpPr>
        <p:spPr>
          <a:xfrm>
            <a:off x="0" y="0"/>
            <a:ext cx="5057929" cy="6017255"/>
          </a:xfrm>
          <a:prstGeom prst="rect">
            <a:avLst/>
          </a:prstGeom>
          <a:gradFill flip="none" rotWithShape="1">
            <a:gsLst>
              <a:gs pos="0">
                <a:schemeClr val="accent2">
                  <a:alpha val="52000"/>
                </a:schemeClr>
              </a:gs>
              <a:gs pos="32000">
                <a:schemeClr val="accent2">
                  <a:alpha val="0"/>
                </a:schemeClr>
              </a:gs>
            </a:gsLst>
            <a:lin ang="18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612648" y="1627318"/>
            <a:ext cx="8430768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 userDrawn="1">
            <p:ph sz="quarter" idx="14"/>
          </p:nvPr>
        </p:nvSpPr>
        <p:spPr>
          <a:xfrm>
            <a:off x="612648" y="3622673"/>
            <a:ext cx="8430768" cy="160934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200" dirty="0"/>
            </a:lvl1pPr>
            <a:lvl2pPr marL="228600" indent="0">
              <a:buNone/>
              <a:defRPr lang="en-US" sz="1800" dirty="0"/>
            </a:lvl2pPr>
            <a:lvl3pPr marL="457200" indent="0">
              <a:buNone/>
              <a:defRPr lang="en-US" sz="16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2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 userDrawn="1">
            <p:ph type="dt" sz="half" idx="15"/>
          </p:nvPr>
        </p:nvSpPr>
        <p:spPr/>
        <p:txBody>
          <a:bodyPr/>
          <a:lstStyle/>
          <a:p>
            <a:fld id="{CD86A983-584A-47C0-8D55-107F27E09F85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 userDrawn="1">
            <p:ph type="ftr" sz="quarter" idx="16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 userDrawn="1"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0408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7" y="548640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noFill/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7" y="1828800"/>
            <a:ext cx="6071616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538937" y="6318504"/>
            <a:ext cx="3337584" cy="365125"/>
          </a:xfrm>
        </p:spPr>
        <p:txBody>
          <a:bodyPr/>
          <a:lstStyle/>
          <a:p>
            <a:fld id="{08352BE3-0FCF-4C63-8E35-7BD4F57072CE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84864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507340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ngle 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FBC6ED5-DBEC-4BA5-9BFE-9A5E0ED8D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0124" y="457199"/>
            <a:ext cx="11731752" cy="117605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E4AF8E1-6D3D-7A31-0DD3-7B583B8218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320120" y="2020391"/>
            <a:ext cx="9378501" cy="2410190"/>
            <a:chOff x="1320120" y="2020391"/>
            <a:chExt cx="9378501" cy="2410190"/>
          </a:xfrm>
        </p:grpSpPr>
        <p:sp>
          <p:nvSpPr>
            <p:cNvPr id="8" name="Freeform: Shape 7" descr="timeline ">
              <a:extLst>
                <a:ext uri="{FF2B5EF4-FFF2-40B4-BE49-F238E27FC236}">
                  <a16:creationId xmlns:a16="http://schemas.microsoft.com/office/drawing/2014/main" id="{95FFD2E4-8235-F2BF-A205-9D552619322C}"/>
                </a:ext>
              </a:extLst>
            </p:cNvPr>
            <p:cNvSpPr/>
            <p:nvPr/>
          </p:nvSpPr>
          <p:spPr>
            <a:xfrm flipH="1" flipV="1">
              <a:off x="1392439" y="2020391"/>
              <a:ext cx="9252295" cy="2410190"/>
            </a:xfrm>
            <a:custGeom>
              <a:avLst/>
              <a:gdLst>
                <a:gd name="connsiteX0" fmla="*/ 1192508 w 9252295"/>
                <a:gd name="connsiteY0" fmla="*/ 2410190 h 2410190"/>
                <a:gd name="connsiteX1" fmla="*/ 0 w 9252295"/>
                <a:gd name="connsiteY1" fmla="*/ 1217682 h 2410190"/>
                <a:gd name="connsiteX2" fmla="*/ 1107 w 9252295"/>
                <a:gd name="connsiteY2" fmla="*/ 1206703 h 2410190"/>
                <a:gd name="connsiteX3" fmla="*/ 96158 w 9252295"/>
                <a:gd name="connsiteY3" fmla="*/ 1206703 h 2410190"/>
                <a:gd name="connsiteX4" fmla="*/ 95051 w 9252295"/>
                <a:gd name="connsiteY4" fmla="*/ 1217682 h 2410190"/>
                <a:gd name="connsiteX5" fmla="*/ 1192508 w 9252295"/>
                <a:gd name="connsiteY5" fmla="*/ 2315139 h 2410190"/>
                <a:gd name="connsiteX6" fmla="*/ 2289965 w 9252295"/>
                <a:gd name="connsiteY6" fmla="*/ 1217682 h 2410190"/>
                <a:gd name="connsiteX7" fmla="*/ 2289554 w 9252295"/>
                <a:gd name="connsiteY7" fmla="*/ 1209531 h 2410190"/>
                <a:gd name="connsiteX8" fmla="*/ 2290085 w 9252295"/>
                <a:gd name="connsiteY8" fmla="*/ 1209531 h 2410190"/>
                <a:gd name="connsiteX9" fmla="*/ 2295831 w 9252295"/>
                <a:gd name="connsiteY9" fmla="*/ 1095755 h 2410190"/>
                <a:gd name="connsiteX10" fmla="*/ 3482182 w 9252295"/>
                <a:gd name="connsiteY10" fmla="*/ 25174 h 2410190"/>
                <a:gd name="connsiteX11" fmla="*/ 4668533 w 9252295"/>
                <a:gd name="connsiteY11" fmla="*/ 1095755 h 2410190"/>
                <a:gd name="connsiteX12" fmla="*/ 4674278 w 9252295"/>
                <a:gd name="connsiteY12" fmla="*/ 1209531 h 2410190"/>
                <a:gd name="connsiteX13" fmla="*/ 4673516 w 9252295"/>
                <a:gd name="connsiteY13" fmla="*/ 1209531 h 2410190"/>
                <a:gd name="connsiteX14" fmla="*/ 4678322 w 9252295"/>
                <a:gd name="connsiteY14" fmla="*/ 1304717 h 2410190"/>
                <a:gd name="connsiteX15" fmla="*/ 5770114 w 9252295"/>
                <a:gd name="connsiteY15" fmla="*/ 2289966 h 2410190"/>
                <a:gd name="connsiteX16" fmla="*/ 6861904 w 9252295"/>
                <a:gd name="connsiteY16" fmla="*/ 1304717 h 2410190"/>
                <a:gd name="connsiteX17" fmla="*/ 6867159 w 9252295"/>
                <a:gd name="connsiteY17" fmla="*/ 1200660 h 2410190"/>
                <a:gd name="connsiteX18" fmla="*/ 6867690 w 9252295"/>
                <a:gd name="connsiteY18" fmla="*/ 1200660 h 2410190"/>
                <a:gd name="connsiteX19" fmla="*/ 6867279 w 9252295"/>
                <a:gd name="connsiteY19" fmla="*/ 1192508 h 2410190"/>
                <a:gd name="connsiteX20" fmla="*/ 8059787 w 9252295"/>
                <a:gd name="connsiteY20" fmla="*/ 0 h 2410190"/>
                <a:gd name="connsiteX21" fmla="*/ 9252295 w 9252295"/>
                <a:gd name="connsiteY21" fmla="*/ 1192508 h 2410190"/>
                <a:gd name="connsiteX22" fmla="*/ 9251964 w 9252295"/>
                <a:gd name="connsiteY22" fmla="*/ 1195794 h 2410190"/>
                <a:gd name="connsiteX23" fmla="*/ 9156913 w 9252295"/>
                <a:gd name="connsiteY23" fmla="*/ 1195794 h 2410190"/>
                <a:gd name="connsiteX24" fmla="*/ 9157244 w 9252295"/>
                <a:gd name="connsiteY24" fmla="*/ 1192508 h 2410190"/>
                <a:gd name="connsiteX25" fmla="*/ 8059787 w 9252295"/>
                <a:gd name="connsiteY25" fmla="*/ 95051 h 2410190"/>
                <a:gd name="connsiteX26" fmla="*/ 6962330 w 9252295"/>
                <a:gd name="connsiteY26" fmla="*/ 1192508 h 2410190"/>
                <a:gd name="connsiteX27" fmla="*/ 6962741 w 9252295"/>
                <a:gd name="connsiteY27" fmla="*/ 1200660 h 2410190"/>
                <a:gd name="connsiteX28" fmla="*/ 6962209 w 9252295"/>
                <a:gd name="connsiteY28" fmla="*/ 1200660 h 2410190"/>
                <a:gd name="connsiteX29" fmla="*/ 6956464 w 9252295"/>
                <a:gd name="connsiteY29" fmla="*/ 1314435 h 2410190"/>
                <a:gd name="connsiteX30" fmla="*/ 5770114 w 9252295"/>
                <a:gd name="connsiteY30" fmla="*/ 2385016 h 2410190"/>
                <a:gd name="connsiteX31" fmla="*/ 4583763 w 9252295"/>
                <a:gd name="connsiteY31" fmla="*/ 1314435 h 2410190"/>
                <a:gd name="connsiteX32" fmla="*/ 4578017 w 9252295"/>
                <a:gd name="connsiteY32" fmla="*/ 1200660 h 2410190"/>
                <a:gd name="connsiteX33" fmla="*/ 4578780 w 9252295"/>
                <a:gd name="connsiteY33" fmla="*/ 1200660 h 2410190"/>
                <a:gd name="connsiteX34" fmla="*/ 4573974 w 9252295"/>
                <a:gd name="connsiteY34" fmla="*/ 1105474 h 2410190"/>
                <a:gd name="connsiteX35" fmla="*/ 3482182 w 9252295"/>
                <a:gd name="connsiteY35" fmla="*/ 120225 h 2410190"/>
                <a:gd name="connsiteX36" fmla="*/ 2390391 w 9252295"/>
                <a:gd name="connsiteY36" fmla="*/ 1105474 h 2410190"/>
                <a:gd name="connsiteX37" fmla="*/ 2385136 w 9252295"/>
                <a:gd name="connsiteY37" fmla="*/ 1209531 h 2410190"/>
                <a:gd name="connsiteX38" fmla="*/ 2384604 w 9252295"/>
                <a:gd name="connsiteY38" fmla="*/ 1209531 h 2410190"/>
                <a:gd name="connsiteX39" fmla="*/ 2385016 w 9252295"/>
                <a:gd name="connsiteY39" fmla="*/ 1217682 h 2410190"/>
                <a:gd name="connsiteX40" fmla="*/ 1192508 w 9252295"/>
                <a:gd name="connsiteY40" fmla="*/ 2410190 h 2410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9252295" h="2410190">
                  <a:moveTo>
                    <a:pt x="1192508" y="2410190"/>
                  </a:moveTo>
                  <a:cubicBezTo>
                    <a:pt x="533904" y="2410190"/>
                    <a:pt x="0" y="1876286"/>
                    <a:pt x="0" y="1217682"/>
                  </a:cubicBezTo>
                  <a:lnTo>
                    <a:pt x="1107" y="1206703"/>
                  </a:lnTo>
                  <a:lnTo>
                    <a:pt x="96158" y="1206703"/>
                  </a:lnTo>
                  <a:lnTo>
                    <a:pt x="95051" y="1217682"/>
                  </a:lnTo>
                  <a:cubicBezTo>
                    <a:pt x="95051" y="1823791"/>
                    <a:pt x="586400" y="2315139"/>
                    <a:pt x="1192508" y="2315139"/>
                  </a:cubicBezTo>
                  <a:cubicBezTo>
                    <a:pt x="1798616" y="2315139"/>
                    <a:pt x="2289965" y="1823791"/>
                    <a:pt x="2289965" y="1217682"/>
                  </a:cubicBezTo>
                  <a:lnTo>
                    <a:pt x="2289554" y="1209531"/>
                  </a:lnTo>
                  <a:lnTo>
                    <a:pt x="2290085" y="1209531"/>
                  </a:lnTo>
                  <a:lnTo>
                    <a:pt x="2295831" y="1095755"/>
                  </a:lnTo>
                  <a:cubicBezTo>
                    <a:pt x="2356899" y="494427"/>
                    <a:pt x="2864742" y="25174"/>
                    <a:pt x="3482182" y="25174"/>
                  </a:cubicBezTo>
                  <a:cubicBezTo>
                    <a:pt x="4099623" y="25174"/>
                    <a:pt x="4607465" y="494427"/>
                    <a:pt x="4668533" y="1095755"/>
                  </a:cubicBezTo>
                  <a:lnTo>
                    <a:pt x="4674278" y="1209531"/>
                  </a:lnTo>
                  <a:lnTo>
                    <a:pt x="4673516" y="1209531"/>
                  </a:lnTo>
                  <a:lnTo>
                    <a:pt x="4678322" y="1304717"/>
                  </a:lnTo>
                  <a:cubicBezTo>
                    <a:pt x="4734523" y="1858116"/>
                    <a:pt x="5201886" y="2289966"/>
                    <a:pt x="5770114" y="2289966"/>
                  </a:cubicBezTo>
                  <a:cubicBezTo>
                    <a:pt x="6338340" y="2289966"/>
                    <a:pt x="6805704" y="1858116"/>
                    <a:pt x="6861904" y="1304717"/>
                  </a:cubicBezTo>
                  <a:lnTo>
                    <a:pt x="6867159" y="1200660"/>
                  </a:lnTo>
                  <a:lnTo>
                    <a:pt x="6867690" y="1200660"/>
                  </a:lnTo>
                  <a:lnTo>
                    <a:pt x="6867279" y="1192508"/>
                  </a:lnTo>
                  <a:cubicBezTo>
                    <a:pt x="6867279" y="533905"/>
                    <a:pt x="7401183" y="0"/>
                    <a:pt x="8059787" y="0"/>
                  </a:cubicBezTo>
                  <a:cubicBezTo>
                    <a:pt x="8718390" y="0"/>
                    <a:pt x="9252295" y="533905"/>
                    <a:pt x="9252295" y="1192508"/>
                  </a:cubicBezTo>
                  <a:lnTo>
                    <a:pt x="9251964" y="1195794"/>
                  </a:lnTo>
                  <a:lnTo>
                    <a:pt x="9156913" y="1195794"/>
                  </a:lnTo>
                  <a:lnTo>
                    <a:pt x="9157244" y="1192508"/>
                  </a:lnTo>
                  <a:cubicBezTo>
                    <a:pt x="9157244" y="586400"/>
                    <a:pt x="8665895" y="95051"/>
                    <a:pt x="8059787" y="95051"/>
                  </a:cubicBezTo>
                  <a:cubicBezTo>
                    <a:pt x="7453679" y="95051"/>
                    <a:pt x="6962330" y="586400"/>
                    <a:pt x="6962330" y="1192508"/>
                  </a:cubicBezTo>
                  <a:lnTo>
                    <a:pt x="6962741" y="1200660"/>
                  </a:lnTo>
                  <a:lnTo>
                    <a:pt x="6962209" y="1200660"/>
                  </a:lnTo>
                  <a:lnTo>
                    <a:pt x="6956464" y="1314435"/>
                  </a:lnTo>
                  <a:cubicBezTo>
                    <a:pt x="6895396" y="1915764"/>
                    <a:pt x="6387554" y="2385016"/>
                    <a:pt x="5770114" y="2385016"/>
                  </a:cubicBezTo>
                  <a:cubicBezTo>
                    <a:pt x="5152672" y="2385016"/>
                    <a:pt x="4644831" y="1915764"/>
                    <a:pt x="4583763" y="1314435"/>
                  </a:cubicBezTo>
                  <a:lnTo>
                    <a:pt x="4578017" y="1200660"/>
                  </a:lnTo>
                  <a:lnTo>
                    <a:pt x="4578780" y="1200660"/>
                  </a:lnTo>
                  <a:lnTo>
                    <a:pt x="4573974" y="1105474"/>
                  </a:lnTo>
                  <a:cubicBezTo>
                    <a:pt x="4517772" y="552075"/>
                    <a:pt x="4050409" y="120225"/>
                    <a:pt x="3482182" y="120225"/>
                  </a:cubicBezTo>
                  <a:cubicBezTo>
                    <a:pt x="2913956" y="120225"/>
                    <a:pt x="2446592" y="552075"/>
                    <a:pt x="2390391" y="1105474"/>
                  </a:cubicBezTo>
                  <a:lnTo>
                    <a:pt x="2385136" y="1209531"/>
                  </a:lnTo>
                  <a:lnTo>
                    <a:pt x="2384604" y="1209531"/>
                  </a:lnTo>
                  <a:lnTo>
                    <a:pt x="2385016" y="1217682"/>
                  </a:lnTo>
                  <a:cubicBezTo>
                    <a:pt x="2385016" y="1876286"/>
                    <a:pt x="1851111" y="2410190"/>
                    <a:pt x="1192508" y="2410190"/>
                  </a:cubicBezTo>
                  <a:close/>
                </a:path>
              </a:pathLst>
            </a:custGeom>
            <a:gradFill flip="none" rotWithShape="1">
              <a:gsLst>
                <a:gs pos="61000">
                  <a:schemeClr val="accent6"/>
                </a:gs>
                <a:gs pos="39000">
                  <a:schemeClr val="accent5"/>
                </a:gs>
                <a:gs pos="18000">
                  <a:schemeClr val="accent4"/>
                </a:gs>
                <a:gs pos="92000">
                  <a:schemeClr val="accent3"/>
                </a:gs>
              </a:gsLst>
              <a:lin ang="10800000" scaled="0"/>
              <a:tileRect/>
            </a:gra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solidFill>
                  <a:schemeClr val="accent2"/>
                </a:solidFill>
              </a:endParaRPr>
            </a:p>
          </p:txBody>
        </p:sp>
        <p:sp>
          <p:nvSpPr>
            <p:cNvPr id="9" name="Oval 8" descr="timeline endpoints">
              <a:extLst>
                <a:ext uri="{FF2B5EF4-FFF2-40B4-BE49-F238E27FC236}">
                  <a16:creationId xmlns:a16="http://schemas.microsoft.com/office/drawing/2014/main" id="{FD500365-FF2B-BD97-E160-2EE37926D791}"/>
                </a:ext>
              </a:extLst>
            </p:cNvPr>
            <p:cNvSpPr/>
            <p:nvPr/>
          </p:nvSpPr>
          <p:spPr>
            <a:xfrm>
              <a:off x="1320120" y="3149771"/>
              <a:ext cx="218092" cy="218092"/>
            </a:xfrm>
            <a:prstGeom prst="ellipse">
              <a:avLst/>
            </a:prstGeom>
            <a:solidFill>
              <a:schemeClr val="accent4"/>
            </a:solidFill>
            <a:ln w="762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 descr="timeline endpoints">
              <a:extLst>
                <a:ext uri="{FF2B5EF4-FFF2-40B4-BE49-F238E27FC236}">
                  <a16:creationId xmlns:a16="http://schemas.microsoft.com/office/drawing/2014/main" id="{34C8CF17-1B0C-28D1-6E4D-5187FFFDCE2D}"/>
                </a:ext>
              </a:extLst>
            </p:cNvPr>
            <p:cNvSpPr/>
            <p:nvPr/>
          </p:nvSpPr>
          <p:spPr>
            <a:xfrm>
              <a:off x="10480529" y="3149771"/>
              <a:ext cx="218092" cy="218092"/>
            </a:xfrm>
            <a:prstGeom prst="ellipse">
              <a:avLst/>
            </a:prstGeom>
            <a:solidFill>
              <a:schemeClr val="accent3"/>
            </a:solidFill>
            <a:ln w="7620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20A472"/>
                </a:solidFill>
              </a:endParaRPr>
            </a:p>
          </p:txBody>
        </p:sp>
      </p:grp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88AC32E-428F-9A0A-3195-B3423A2C939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80355" y="2660943"/>
            <a:ext cx="1161288" cy="1161288"/>
          </a:xfrm>
          <a:prstGeom prst="ellipse">
            <a:avLst/>
          </a:prstGeom>
          <a:ln w="38100">
            <a:solidFill>
              <a:schemeClr val="accent4"/>
            </a:solidFill>
          </a:ln>
        </p:spPr>
        <p:txBody>
          <a:bodyPr anchor="ctr">
            <a:noAutofit/>
          </a:bodyPr>
          <a:lstStyle>
            <a:lvl1pPr marL="0" indent="0" algn="ctr">
              <a:buNone/>
              <a:defRPr sz="3200" cap="all" baseline="0">
                <a:solidFill>
                  <a:schemeClr val="accent4"/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4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US" dirty="0"/>
              <a:t>Q1</a:t>
            </a:r>
          </a:p>
        </p:txBody>
      </p:sp>
      <p:sp>
        <p:nvSpPr>
          <p:cNvPr id="18" name="Text Placeholder 48">
            <a:extLst>
              <a:ext uri="{FF2B5EF4-FFF2-40B4-BE49-F238E27FC236}">
                <a16:creationId xmlns:a16="http://schemas.microsoft.com/office/drawing/2014/main" id="{D127D48E-3E09-48C7-AB33-FBD643EFA52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23914" y="4817717"/>
            <a:ext cx="1796396" cy="302186"/>
          </a:xfrm>
        </p:spPr>
        <p:txBody>
          <a:bodyPr>
            <a:noAutofit/>
          </a:bodyPr>
          <a:lstStyle>
            <a:lvl1pPr marL="0" indent="0">
              <a:buNone/>
              <a:defRPr sz="2000" b="1" cap="all" baseline="0">
                <a:solidFill>
                  <a:schemeClr val="accent4"/>
                </a:solidFill>
                <a:latin typeface="+mj-lt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19" name="Text Placeholder 50">
            <a:extLst>
              <a:ext uri="{FF2B5EF4-FFF2-40B4-BE49-F238E27FC236}">
                <a16:creationId xmlns:a16="http://schemas.microsoft.com/office/drawing/2014/main" id="{A1B91BF4-B790-4F67-98EB-FE905527BFF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3914" y="5210963"/>
            <a:ext cx="1813567" cy="706438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38A1666A-610A-35B4-038A-027C26F293C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79505" y="2660943"/>
            <a:ext cx="1161288" cy="1161288"/>
          </a:xfrm>
          <a:prstGeom prst="ellipse">
            <a:avLst/>
          </a:prstGeom>
          <a:ln w="38100">
            <a:solidFill>
              <a:schemeClr val="accent5"/>
            </a:solidFill>
          </a:ln>
        </p:spPr>
        <p:txBody>
          <a:bodyPr anchor="ctr">
            <a:noAutofit/>
          </a:bodyPr>
          <a:lstStyle>
            <a:lvl1pPr marL="0" indent="0" algn="ctr">
              <a:buNone/>
              <a:defRPr sz="3200" cap="all" baseline="0">
                <a:solidFill>
                  <a:schemeClr val="accent5"/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4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US" dirty="0"/>
              <a:t>Q2</a:t>
            </a:r>
          </a:p>
        </p:txBody>
      </p:sp>
      <p:sp>
        <p:nvSpPr>
          <p:cNvPr id="20" name="Text Placeholder 48">
            <a:extLst>
              <a:ext uri="{FF2B5EF4-FFF2-40B4-BE49-F238E27FC236}">
                <a16:creationId xmlns:a16="http://schemas.microsoft.com/office/drawing/2014/main" id="{CCA5F33F-1634-427F-92BF-99A5ED52A4B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34076" y="4817717"/>
            <a:ext cx="1796396" cy="302186"/>
          </a:xfrm>
        </p:spPr>
        <p:txBody>
          <a:bodyPr>
            <a:noAutofit/>
          </a:bodyPr>
          <a:lstStyle>
            <a:lvl1pPr marL="0" indent="0">
              <a:buNone/>
              <a:defRPr sz="2000" b="1" cap="all" baseline="0">
                <a:solidFill>
                  <a:schemeClr val="accent5"/>
                </a:solidFill>
                <a:latin typeface="+mj-lt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21" name="Text Placeholder 50">
            <a:extLst>
              <a:ext uri="{FF2B5EF4-FFF2-40B4-BE49-F238E27FC236}">
                <a16:creationId xmlns:a16="http://schemas.microsoft.com/office/drawing/2014/main" id="{084F28D2-C99C-44DC-95CF-A18847F3B6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34076" y="5210963"/>
            <a:ext cx="1813567" cy="706438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FDDA6AC-3BDE-259D-EBBE-6A7B12A217C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78655" y="2660943"/>
            <a:ext cx="1161288" cy="1161288"/>
          </a:xfrm>
          <a:prstGeom prst="ellipse">
            <a:avLst/>
          </a:prstGeom>
          <a:ln w="38100">
            <a:solidFill>
              <a:schemeClr val="accent6"/>
            </a:solidFill>
          </a:ln>
        </p:spPr>
        <p:txBody>
          <a:bodyPr anchor="ctr">
            <a:noAutofit/>
          </a:bodyPr>
          <a:lstStyle>
            <a:lvl1pPr marL="0" indent="0" algn="ctr">
              <a:buNone/>
              <a:defRPr sz="3200" cap="all" baseline="0">
                <a:solidFill>
                  <a:schemeClr val="accent6"/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4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US" dirty="0"/>
              <a:t>Q3</a:t>
            </a:r>
          </a:p>
        </p:txBody>
      </p:sp>
      <p:sp>
        <p:nvSpPr>
          <p:cNvPr id="22" name="Text Placeholder 48">
            <a:extLst>
              <a:ext uri="{FF2B5EF4-FFF2-40B4-BE49-F238E27FC236}">
                <a16:creationId xmlns:a16="http://schemas.microsoft.com/office/drawing/2014/main" id="{2402522A-E098-4FB5-B454-D6FC98D90CF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44238" y="4817717"/>
            <a:ext cx="1796396" cy="302186"/>
          </a:xfrm>
        </p:spPr>
        <p:txBody>
          <a:bodyPr>
            <a:noAutofit/>
          </a:bodyPr>
          <a:lstStyle>
            <a:lvl1pPr marL="0" indent="0">
              <a:buNone/>
              <a:defRPr sz="2000" b="1" cap="all" baseline="0">
                <a:solidFill>
                  <a:schemeClr val="accent6"/>
                </a:solidFill>
                <a:latin typeface="+mj-lt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23" name="Text Placeholder 50">
            <a:extLst>
              <a:ext uri="{FF2B5EF4-FFF2-40B4-BE49-F238E27FC236}">
                <a16:creationId xmlns:a16="http://schemas.microsoft.com/office/drawing/2014/main" id="{18CF51EA-CDE2-4AA1-83CB-9DC6E212C3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44238" y="5210963"/>
            <a:ext cx="1813567" cy="706438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4DFBC172-3AC7-02D5-403B-5AB8BAB3494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77805" y="2644842"/>
            <a:ext cx="1161288" cy="1161288"/>
          </a:xfrm>
          <a:prstGeom prst="ellipse">
            <a:avLst/>
          </a:prstGeom>
          <a:ln w="38100">
            <a:solidFill>
              <a:schemeClr val="accent3"/>
            </a:solidFill>
          </a:ln>
        </p:spPr>
        <p:txBody>
          <a:bodyPr anchor="ctr">
            <a:noAutofit/>
          </a:bodyPr>
          <a:lstStyle>
            <a:lvl1pPr marL="0" indent="0" algn="ctr">
              <a:buNone/>
              <a:defRPr sz="3200" cap="all" baseline="0">
                <a:solidFill>
                  <a:schemeClr val="accent3"/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4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US" dirty="0"/>
              <a:t>Q4</a:t>
            </a:r>
          </a:p>
        </p:txBody>
      </p:sp>
      <p:sp>
        <p:nvSpPr>
          <p:cNvPr id="24" name="Text Placeholder 48">
            <a:extLst>
              <a:ext uri="{FF2B5EF4-FFF2-40B4-BE49-F238E27FC236}">
                <a16:creationId xmlns:a16="http://schemas.microsoft.com/office/drawing/2014/main" id="{FE2BFCE7-D8D1-42B7-97F2-78B1D2CB5F8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754400" y="4817717"/>
            <a:ext cx="1796396" cy="302186"/>
          </a:xfrm>
        </p:spPr>
        <p:txBody>
          <a:bodyPr>
            <a:noAutofit/>
          </a:bodyPr>
          <a:lstStyle>
            <a:lvl1pPr marL="0" indent="0">
              <a:buNone/>
              <a:defRPr sz="2000" b="1" cap="all" baseline="0">
                <a:solidFill>
                  <a:schemeClr val="accent3"/>
                </a:solidFill>
                <a:latin typeface="+mj-lt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25" name="Text Placeholder 50">
            <a:extLst>
              <a:ext uri="{FF2B5EF4-FFF2-40B4-BE49-F238E27FC236}">
                <a16:creationId xmlns:a16="http://schemas.microsoft.com/office/drawing/2014/main" id="{0C4E8DE7-5691-4470-BC2C-F9F6532248C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754400" y="5210963"/>
            <a:ext cx="1813567" cy="706438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4039671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20">
          <p15:clr>
            <a:srgbClr val="FBAE40"/>
          </p15:clr>
        </p15:guide>
        <p15:guide id="2" pos="3840">
          <p15:clr>
            <a:srgbClr val="FBAE40"/>
          </p15:clr>
        </p15:guide>
        <p15:guide id="3" pos="5760">
          <p15:clr>
            <a:srgbClr val="FBAE40"/>
          </p15:clr>
        </p15:guide>
        <p15:guide id="4" pos="3984">
          <p15:clr>
            <a:srgbClr val="5ACBF0"/>
          </p15:clr>
        </p15:guide>
        <p15:guide id="5" pos="3696">
          <p15:clr>
            <a:srgbClr val="5ACBF0"/>
          </p15:clr>
        </p15:guide>
        <p15:guide id="6" pos="2064">
          <p15:clr>
            <a:srgbClr val="5ACBF0"/>
          </p15:clr>
        </p15:guide>
        <p15:guide id="7" pos="1776">
          <p15:clr>
            <a:srgbClr val="5ACBF0"/>
          </p15:clr>
        </p15:guide>
        <p15:guide id="8" pos="5616">
          <p15:clr>
            <a:srgbClr val="5ACBF0"/>
          </p15:clr>
        </p15:guide>
        <p15:guide id="9" pos="5904">
          <p15:clr>
            <a:srgbClr val="5ACBF0"/>
          </p15:clr>
        </p15:guide>
        <p15:guide id="10" pos="144">
          <p15:clr>
            <a:srgbClr val="5ACBF0"/>
          </p15:clr>
        </p15:guide>
        <p15:guide id="11" orient="horz" pos="4176">
          <p15:clr>
            <a:srgbClr val="5ACBF0"/>
          </p15:clr>
        </p15:guide>
        <p15:guide id="12" pos="7536">
          <p15:clr>
            <a:srgbClr val="5ACBF0"/>
          </p15:clr>
        </p15:guide>
        <p15:guide id="13" orient="horz" pos="144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80" Type="http://schemas.openxmlformats.org/officeDocument/2006/relationships/slideLayout" Target="../slideLayouts/slideLayout80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83" Type="http://schemas.openxmlformats.org/officeDocument/2006/relationships/slideLayout" Target="../slideLayouts/slideLayout83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4512" cy="11978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1801368"/>
            <a:ext cx="10954512" cy="4480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430768" y="6318504"/>
            <a:ext cx="3136392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/>
                </a:solidFill>
              </a:defRPr>
            </a:lvl1pPr>
          </a:lstStyle>
          <a:p>
            <a:fld id="{6B35BF3F-16B5-4455-9940-525560AFDC68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8" y="6318504"/>
            <a:ext cx="4096512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5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4864" y="6318504"/>
            <a:ext cx="493776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0288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677" r:id="rId2"/>
    <p:sldLayoutId id="2147483782" r:id="rId3"/>
    <p:sldLayoutId id="2147483783" r:id="rId4"/>
    <p:sldLayoutId id="2147483784" r:id="rId5"/>
    <p:sldLayoutId id="2147483785" r:id="rId6"/>
    <p:sldLayoutId id="2147483712" r:id="rId7"/>
    <p:sldLayoutId id="2147483792" r:id="rId8"/>
    <p:sldLayoutId id="2147483791" r:id="rId9"/>
    <p:sldLayoutId id="2147483793" r:id="rId10"/>
    <p:sldLayoutId id="2147483794" r:id="rId11"/>
    <p:sldLayoutId id="2147483795" r:id="rId12"/>
    <p:sldLayoutId id="2147483796" r:id="rId13"/>
    <p:sldLayoutId id="2147483817" r:id="rId14"/>
    <p:sldLayoutId id="2147483797" r:id="rId15"/>
    <p:sldLayoutId id="2147483818" r:id="rId16"/>
    <p:sldLayoutId id="2147483798" r:id="rId17"/>
    <p:sldLayoutId id="2147483799" r:id="rId18"/>
    <p:sldLayoutId id="2147483729" r:id="rId19"/>
    <p:sldLayoutId id="2147483786" r:id="rId20"/>
    <p:sldLayoutId id="2147483787" r:id="rId21"/>
    <p:sldLayoutId id="2147483716" r:id="rId22"/>
    <p:sldLayoutId id="2147483788" r:id="rId23"/>
    <p:sldLayoutId id="2147483789" r:id="rId24"/>
    <p:sldLayoutId id="2147483790" r:id="rId25"/>
    <p:sldLayoutId id="2147483713" r:id="rId26"/>
    <p:sldLayoutId id="2147483732" r:id="rId27"/>
    <p:sldLayoutId id="2147483662" r:id="rId28"/>
    <p:sldLayoutId id="2147483679" r:id="rId29"/>
    <p:sldLayoutId id="2147483800" r:id="rId30"/>
    <p:sldLayoutId id="2147483680" r:id="rId31"/>
    <p:sldLayoutId id="2147483681" r:id="rId32"/>
    <p:sldLayoutId id="2147483801" r:id="rId33"/>
    <p:sldLayoutId id="2147483778" r:id="rId34"/>
    <p:sldLayoutId id="2147483803" r:id="rId35"/>
    <p:sldLayoutId id="2147483819" r:id="rId36"/>
    <p:sldLayoutId id="2147483804" r:id="rId37"/>
    <p:sldLayoutId id="2147483777" r:id="rId38"/>
    <p:sldLayoutId id="2147483805" r:id="rId39"/>
    <p:sldLayoutId id="2147483689" r:id="rId40"/>
    <p:sldLayoutId id="2147483690" r:id="rId41"/>
    <p:sldLayoutId id="2147483707" r:id="rId42"/>
    <p:sldLayoutId id="2147483708" r:id="rId43"/>
    <p:sldLayoutId id="2147483692" r:id="rId44"/>
    <p:sldLayoutId id="2147483691" r:id="rId45"/>
    <p:sldLayoutId id="2147483743" r:id="rId46"/>
    <p:sldLayoutId id="2147483744" r:id="rId47"/>
    <p:sldLayoutId id="2147483694" r:id="rId48"/>
    <p:sldLayoutId id="2147483770" r:id="rId49"/>
    <p:sldLayoutId id="2147483821" r:id="rId50"/>
    <p:sldLayoutId id="2147483769" r:id="rId51"/>
    <p:sldLayoutId id="2147483771" r:id="rId52"/>
    <p:sldLayoutId id="2147483693" r:id="rId53"/>
    <p:sldLayoutId id="2147483711" r:id="rId54"/>
    <p:sldLayoutId id="2147483672" r:id="rId55"/>
    <p:sldLayoutId id="2147483809" r:id="rId56"/>
    <p:sldLayoutId id="2147483810" r:id="rId57"/>
    <p:sldLayoutId id="2147483740" r:id="rId58"/>
    <p:sldLayoutId id="2147483779" r:id="rId59"/>
    <p:sldLayoutId id="2147483811" r:id="rId60"/>
    <p:sldLayoutId id="2147483823" r:id="rId61"/>
    <p:sldLayoutId id="2147483816" r:id="rId62"/>
    <p:sldLayoutId id="2147483757" r:id="rId63"/>
    <p:sldLayoutId id="2147483762" r:id="rId64"/>
    <p:sldLayoutId id="2147483820" r:id="rId65"/>
    <p:sldLayoutId id="2147483764" r:id="rId66"/>
    <p:sldLayoutId id="2147483767" r:id="rId67"/>
    <p:sldLayoutId id="2147483664" r:id="rId68"/>
    <p:sldLayoutId id="2147483812" r:id="rId69"/>
    <p:sldLayoutId id="2147483665" r:id="rId70"/>
    <p:sldLayoutId id="2147483814" r:id="rId71"/>
    <p:sldLayoutId id="2147483666" r:id="rId72"/>
    <p:sldLayoutId id="2147483815" r:id="rId73"/>
    <p:sldLayoutId id="2147483667" r:id="rId74"/>
    <p:sldLayoutId id="2147483668" r:id="rId75"/>
    <p:sldLayoutId id="2147483669" r:id="rId76"/>
    <p:sldLayoutId id="2147483685" r:id="rId77"/>
    <p:sldLayoutId id="2147483822" r:id="rId78"/>
    <p:sldLayoutId id="2147483807" r:id="rId79"/>
    <p:sldLayoutId id="2147483730" r:id="rId80"/>
    <p:sldLayoutId id="2147483806" r:id="rId81"/>
    <p:sldLayoutId id="2147483825" r:id="rId82"/>
    <p:sldLayoutId id="2147483826" r:id="rId8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9B74B-D1AA-E93C-107F-DE891234E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37C194D-494A-C749-ADE8-22874E983A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502920"/>
            <a:ext cx="6429421" cy="2926080"/>
          </a:xfrm>
        </p:spPr>
        <p:txBody>
          <a:bodyPr>
            <a:normAutofit fontScale="90000"/>
          </a:bodyPr>
          <a:lstStyle/>
          <a:p>
            <a:r>
              <a:rPr lang="en-US" dirty="0"/>
              <a:t>Quantitative Evaluation of Forecast Accuracy for Investment Strategy Management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9E392D8-293F-50C4-3C24-766ADA1DE9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6524422" cy="1591056"/>
          </a:xfrm>
        </p:spPr>
        <p:txBody>
          <a:bodyPr>
            <a:normAutofit/>
          </a:bodyPr>
          <a:lstStyle/>
          <a:p>
            <a:r>
              <a:rPr lang="en-US" b="1" dirty="0"/>
              <a:t>Presented by:</a:t>
            </a:r>
            <a:r>
              <a:rPr lang="en-US" dirty="0"/>
              <a:t> </a:t>
            </a:r>
            <a:r>
              <a:rPr lang="en-US" dirty="0" err="1"/>
              <a:t>Wali</a:t>
            </a:r>
            <a:r>
              <a:rPr lang="en-US" dirty="0"/>
              <a:t> Siddiqui</a:t>
            </a:r>
          </a:p>
          <a:p>
            <a:r>
              <a:rPr lang="en-US" b="1" dirty="0"/>
              <a:t>Project Link:</a:t>
            </a:r>
            <a:r>
              <a:rPr lang="en-US" dirty="0"/>
              <a:t> https://</a:t>
            </a:r>
            <a:r>
              <a:rPr lang="en-US" dirty="0" err="1"/>
              <a:t>github.com</a:t>
            </a:r>
            <a:r>
              <a:rPr lang="en-US" dirty="0"/>
              <a:t>/waliahmed24/DATS_6501_Capstone.git</a:t>
            </a:r>
          </a:p>
        </p:txBody>
      </p:sp>
      <p:pic>
        <p:nvPicPr>
          <p:cNvPr id="35" name="Picture Placeholder 34">
            <a:extLst>
              <a:ext uri="{FF2B5EF4-FFF2-40B4-BE49-F238E27FC236}">
                <a16:creationId xmlns:a16="http://schemas.microsoft.com/office/drawing/2014/main" id="{0479E1E7-9152-1936-7BA7-EB7532C2E7D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" b="86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809035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0D43D-2BC1-CE37-D8ED-604028FDE16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BA19015-7880-1DE4-77E1-5655539B9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84632"/>
            <a:ext cx="10085832" cy="857280"/>
          </a:xfrm>
        </p:spPr>
        <p:txBody>
          <a:bodyPr>
            <a:normAutofit/>
          </a:bodyPr>
          <a:lstStyle/>
          <a:p>
            <a:r>
              <a:rPr lang="en-US" sz="5400" dirty="0"/>
              <a:t>Problem Statement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99A2A2D-24FD-187F-8BDA-6A54CB922D7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1520042"/>
            <a:ext cx="9742636" cy="4391554"/>
          </a:xfrm>
        </p:spPr>
        <p:txBody>
          <a:bodyPr>
            <a:normAutofit/>
          </a:bodyPr>
          <a:lstStyle/>
          <a:p>
            <a:r>
              <a:rPr lang="en-US" dirty="0"/>
              <a:t>Many advanced forecasting systems are </a:t>
            </a:r>
            <a:r>
              <a:rPr lang="en-US" b="1" dirty="0"/>
              <a:t>proprietary (used by hedge funds/investment banks), expensive, or inaccessible</a:t>
            </a:r>
            <a:r>
              <a:rPr lang="en-US" dirty="0"/>
              <a:t> to everyday retail investors</a:t>
            </a:r>
          </a:p>
          <a:p>
            <a:r>
              <a:rPr lang="en-US" dirty="0"/>
              <a:t>Available tools are often </a:t>
            </a:r>
            <a:r>
              <a:rPr lang="en-US" b="1" dirty="0"/>
              <a:t>too complex and lack interpretability</a:t>
            </a:r>
            <a:r>
              <a:rPr lang="en-US" dirty="0"/>
              <a:t> for non-expert users </a:t>
            </a:r>
          </a:p>
          <a:p>
            <a:r>
              <a:rPr lang="en-US" dirty="0"/>
              <a:t>Stock price behavior varies across assets, exhibiting </a:t>
            </a:r>
            <a:r>
              <a:rPr lang="en-US" b="1" dirty="0"/>
              <a:t>linear, mean-reverting, and non-linear stochastic patterns</a:t>
            </a:r>
          </a:p>
          <a:p>
            <a:r>
              <a:rPr lang="en-US" dirty="0"/>
              <a:t>No single model consistently performs best across </a:t>
            </a:r>
            <a:r>
              <a:rPr lang="en-US" b="1" dirty="0"/>
              <a:t>different stocks and time horizons (30, 90, 365 days)</a:t>
            </a:r>
          </a:p>
          <a:p>
            <a:r>
              <a:rPr lang="en-US" dirty="0"/>
              <a:t>Limited access to frameworks for </a:t>
            </a:r>
            <a:r>
              <a:rPr lang="en-US" b="1" dirty="0" err="1"/>
              <a:t>backtesting</a:t>
            </a:r>
            <a:r>
              <a:rPr lang="en-US" b="1" dirty="0"/>
              <a:t> and ranking models based on out-of-sample accuracy</a:t>
            </a:r>
          </a:p>
          <a:p>
            <a:r>
              <a:rPr lang="en-US" dirty="0"/>
              <a:t>Investors lack tools to </a:t>
            </a:r>
            <a:r>
              <a:rPr lang="en-US" b="1" dirty="0"/>
              <a:t>systematically evaluate and compare model performance</a:t>
            </a:r>
            <a:r>
              <a:rPr lang="en-US" dirty="0"/>
              <a:t> across these varying conditions</a:t>
            </a:r>
          </a:p>
        </p:txBody>
      </p:sp>
    </p:spTree>
    <p:extLst>
      <p:ext uri="{BB962C8B-B14F-4D97-AF65-F5344CB8AC3E}">
        <p14:creationId xmlns:p14="http://schemas.microsoft.com/office/powerpoint/2010/main" val="187927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913CE214-29C3-EA9D-3970-5DA5596A91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980355" y="2660943"/>
            <a:ext cx="1161288" cy="1161288"/>
          </a:xfrm>
        </p:spPr>
        <p:txBody>
          <a:bodyPr/>
          <a:lstStyle/>
          <a:p>
            <a:r>
              <a:rPr lang="en-US" dirty="0"/>
              <a:t>1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6086B1F-4F6D-4493-AE84-2520E93642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41085" y="4817717"/>
            <a:ext cx="1796396" cy="302186"/>
          </a:xfrm>
        </p:spPr>
        <p:txBody>
          <a:bodyPr/>
          <a:lstStyle/>
          <a:p>
            <a:r>
              <a:rPr lang="en-US" dirty="0"/>
              <a:t>Web app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6A44816B-378D-41B5-84D7-39CECE2E452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23914" y="5210963"/>
            <a:ext cx="1813567" cy="706438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A unified platform for managing and analyzing stock performance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7A8BC552-04A5-36FD-5758-5E17CB0400C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279505" y="2660943"/>
            <a:ext cx="1161288" cy="1161288"/>
          </a:xfrm>
        </p:spPr>
        <p:txBody>
          <a:bodyPr/>
          <a:lstStyle/>
          <a:p>
            <a:r>
              <a:rPr lang="en-US" dirty="0"/>
              <a:t>2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2EFC63F8-23B1-4F22-9868-15EB446170F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134076" y="4817717"/>
            <a:ext cx="1961924" cy="302186"/>
          </a:xfrm>
        </p:spPr>
        <p:txBody>
          <a:bodyPr/>
          <a:lstStyle/>
          <a:p>
            <a:r>
              <a:rPr lang="en-US" dirty="0"/>
              <a:t>forecasting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A64E66E-DA3C-42CD-80D9-89BD3A8A40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34076" y="5210962"/>
            <a:ext cx="1813567" cy="1038843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Stock forecasting is done using multiple Machine Learning models for short, medium and long term</a:t>
            </a:r>
          </a:p>
          <a:p>
            <a:endParaRPr lang="en-US" dirty="0"/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0F443B80-DE7B-85CB-3769-BFAB8DBE2EC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578655" y="2660943"/>
            <a:ext cx="1161288" cy="1161288"/>
          </a:xfrm>
        </p:spPr>
        <p:txBody>
          <a:bodyPr/>
          <a:lstStyle/>
          <a:p>
            <a:r>
              <a:rPr lang="en-US" dirty="0"/>
              <a:t>3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F5A6A695-5271-4895-88EF-663A3F593E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44238" y="4817717"/>
            <a:ext cx="1796396" cy="302186"/>
          </a:xfrm>
        </p:spPr>
        <p:txBody>
          <a:bodyPr/>
          <a:lstStyle/>
          <a:p>
            <a:r>
              <a:rPr lang="en-US" dirty="0"/>
              <a:t>Simulation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93CA8393-83FA-4B7B-BF41-CB601BA1643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444238" y="5210962"/>
            <a:ext cx="1813567" cy="904425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The app has investment simulation capability to see how invested amount grows overtime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230153FE-8F5A-E903-AD9D-FAD7244E186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877805" y="2644842"/>
            <a:ext cx="1161288" cy="1161288"/>
          </a:xfrm>
        </p:spPr>
        <p:txBody>
          <a:bodyPr/>
          <a:lstStyle/>
          <a:p>
            <a:r>
              <a:rPr lang="en-US" dirty="0"/>
              <a:t>4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CD04606-2C05-4AC9-9F6C-C0E9EDF1BC2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754400" y="4817717"/>
            <a:ext cx="2574660" cy="302186"/>
          </a:xfrm>
        </p:spPr>
        <p:txBody>
          <a:bodyPr/>
          <a:lstStyle/>
          <a:p>
            <a:r>
              <a:rPr lang="en-US" dirty="0"/>
              <a:t>Forecast Ranking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DA3309B0-9F41-47B2-8F25-10987486418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754400" y="5210963"/>
            <a:ext cx="2273125" cy="1166086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Forecast performance of different model runs on historical data is ranked based off performance for more informed investment strategy selection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197445-204D-7C66-F712-5D690C6C8A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42" y="480951"/>
            <a:ext cx="10439484" cy="833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6221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255C6-1E2E-E4BD-2E9F-B3321C22A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84632"/>
            <a:ext cx="10085832" cy="857280"/>
          </a:xfrm>
        </p:spPr>
        <p:txBody>
          <a:bodyPr>
            <a:normAutofit/>
          </a:bodyPr>
          <a:lstStyle/>
          <a:p>
            <a:r>
              <a:rPr lang="en-US" sz="5400" dirty="0"/>
              <a:t>Tech Stack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2D1C6-95C6-B00F-C557-CF90FDBA7D3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BF15FDED-2AD6-1D28-FFEC-C5EDE3215508}"/>
              </a:ext>
            </a:extLst>
          </p:cNvPr>
          <p:cNvSpPr/>
          <p:nvPr/>
        </p:nvSpPr>
        <p:spPr>
          <a:xfrm>
            <a:off x="1854827" y="1381312"/>
            <a:ext cx="8392028" cy="4775230"/>
          </a:xfrm>
          <a:prstGeom prst="roundRect">
            <a:avLst/>
          </a:prstGeom>
          <a:solidFill>
            <a:schemeClr val="accent3">
              <a:lumMod val="50000"/>
              <a:alpha val="5006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QA" dirty="0"/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73DAC4B6-733C-42BE-25A9-1E4573FB8679}"/>
              </a:ext>
            </a:extLst>
          </p:cNvPr>
          <p:cNvSpPr/>
          <p:nvPr/>
        </p:nvSpPr>
        <p:spPr>
          <a:xfrm>
            <a:off x="2631570" y="1985415"/>
            <a:ext cx="6838550" cy="3694352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QA" sz="1600" b="1" dirty="0">
              <a:latin typeface="+mj-lt"/>
            </a:endParaRPr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14C358C6-4DFA-F974-CC0B-29FEB2624DB5}"/>
              </a:ext>
            </a:extLst>
          </p:cNvPr>
          <p:cNvSpPr txBox="1">
            <a:spLocks/>
          </p:cNvSpPr>
          <p:nvPr/>
        </p:nvSpPr>
        <p:spPr>
          <a:xfrm>
            <a:off x="4255221" y="1469411"/>
            <a:ext cx="3591243" cy="432000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b="0" kern="12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2000000" scaled="0"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800" b="1" dirty="0">
                <a:solidFill>
                  <a:schemeClr val="tx1"/>
                </a:solidFill>
              </a:rPr>
              <a:t>FRONTEND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CA02392A-E134-2F4A-7425-41F6DE9E8277}"/>
              </a:ext>
            </a:extLst>
          </p:cNvPr>
          <p:cNvSpPr/>
          <p:nvPr/>
        </p:nvSpPr>
        <p:spPr>
          <a:xfrm>
            <a:off x="3196405" y="2564003"/>
            <a:ext cx="5708873" cy="2537176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QA" sz="1600" b="1" dirty="0">
              <a:latin typeface="+mj-lt"/>
            </a:endParaRPr>
          </a:p>
        </p:txBody>
      </p:sp>
      <p:sp>
        <p:nvSpPr>
          <p:cNvPr id="33" name="Title 1">
            <a:extLst>
              <a:ext uri="{FF2B5EF4-FFF2-40B4-BE49-F238E27FC236}">
                <a16:creationId xmlns:a16="http://schemas.microsoft.com/office/drawing/2014/main" id="{14633B15-2EF7-6371-BD60-845DFEE412F7}"/>
              </a:ext>
            </a:extLst>
          </p:cNvPr>
          <p:cNvSpPr txBox="1">
            <a:spLocks/>
          </p:cNvSpPr>
          <p:nvPr/>
        </p:nvSpPr>
        <p:spPr>
          <a:xfrm>
            <a:off x="4300377" y="2107627"/>
            <a:ext cx="3591243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 cap="all" spc="-1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800" dirty="0"/>
              <a:t>backend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D93FA2CB-3EE8-90CA-8FA8-4BD71AE55BEC}"/>
              </a:ext>
            </a:extLst>
          </p:cNvPr>
          <p:cNvSpPr txBox="1">
            <a:spLocks/>
          </p:cNvSpPr>
          <p:nvPr/>
        </p:nvSpPr>
        <p:spPr>
          <a:xfrm>
            <a:off x="4300377" y="2656770"/>
            <a:ext cx="3591243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 cap="all" spc="-1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800" dirty="0"/>
              <a:t>Data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4A665D05-A7C7-B5DB-C1CA-9502D198AC44}"/>
              </a:ext>
            </a:extLst>
          </p:cNvPr>
          <p:cNvSpPr/>
          <p:nvPr/>
        </p:nvSpPr>
        <p:spPr>
          <a:xfrm>
            <a:off x="3431818" y="3141375"/>
            <a:ext cx="5238045" cy="1424915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QA" sz="1600" b="1" dirty="0">
                <a:latin typeface="+mj-lt"/>
              </a:rPr>
              <a:t>MODEL</a:t>
            </a:r>
          </a:p>
          <a:p>
            <a:pPr algn="ctr"/>
            <a:br>
              <a:rPr lang="en-QA" sz="1600" b="1" dirty="0">
                <a:latin typeface="+mj-lt"/>
              </a:rPr>
            </a:br>
            <a:r>
              <a:rPr lang="en-QA" sz="1600" b="1" dirty="0">
                <a:latin typeface="+mj-lt"/>
              </a:rPr>
              <a:t>Classic ML Models, Statistical Models, Generative models (Amazon Chronos)</a:t>
            </a:r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49C01D65-8775-E87B-FB65-A13351CB14BA}"/>
              </a:ext>
            </a:extLst>
          </p:cNvPr>
          <p:cNvSpPr txBox="1">
            <a:spLocks/>
          </p:cNvSpPr>
          <p:nvPr/>
        </p:nvSpPr>
        <p:spPr>
          <a:xfrm>
            <a:off x="4300377" y="5724542"/>
            <a:ext cx="3591243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 cap="all" spc="-1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800" dirty="0"/>
              <a:t>React Js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505BC3C3-5063-BF6C-EB88-356F00026692}"/>
              </a:ext>
            </a:extLst>
          </p:cNvPr>
          <p:cNvSpPr txBox="1">
            <a:spLocks/>
          </p:cNvSpPr>
          <p:nvPr/>
        </p:nvSpPr>
        <p:spPr>
          <a:xfrm>
            <a:off x="4300377" y="5248978"/>
            <a:ext cx="3591243" cy="326047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 cap="all" spc="-1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800" dirty="0"/>
              <a:t>Flask python &amp; </a:t>
            </a:r>
            <a:r>
              <a:rPr lang="en-US" sz="1800"/>
              <a:t>sql</a:t>
            </a:r>
            <a:r>
              <a:rPr lang="en-US" sz="1800" dirty="0"/>
              <a:t> lite</a:t>
            </a:r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06281EF2-3C7A-3AA1-D0F3-DBB045F1A657}"/>
              </a:ext>
            </a:extLst>
          </p:cNvPr>
          <p:cNvSpPr txBox="1">
            <a:spLocks/>
          </p:cNvSpPr>
          <p:nvPr/>
        </p:nvSpPr>
        <p:spPr>
          <a:xfrm>
            <a:off x="4255218" y="4662837"/>
            <a:ext cx="3591243" cy="38549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 cap="all" spc="-1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800" dirty="0"/>
              <a:t>yahoo Finance api</a:t>
            </a:r>
          </a:p>
        </p:txBody>
      </p:sp>
    </p:spTree>
    <p:extLst>
      <p:ext uri="{BB962C8B-B14F-4D97-AF65-F5344CB8AC3E}">
        <p14:creationId xmlns:p14="http://schemas.microsoft.com/office/powerpoint/2010/main" val="2473182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0" grpId="0" animBg="1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/>
    </p:bldLst>
  </p:timing>
</p:sld>
</file>

<file path=ppt/theme/theme1.xml><?xml version="1.0" encoding="utf-8"?>
<a:theme xmlns:a="http://schemas.openxmlformats.org/drawingml/2006/main" name="ChromaVTI">
  <a:themeElements>
    <a:clrScheme name="Chroma">
      <a:dk1>
        <a:srgbClr val="131313"/>
      </a:dk1>
      <a:lt1>
        <a:sysClr val="window" lastClr="FFFFFF"/>
      </a:lt1>
      <a:dk2>
        <a:srgbClr val="0C233A"/>
      </a:dk2>
      <a:lt2>
        <a:srgbClr val="F5FAFD"/>
      </a:lt2>
      <a:accent1>
        <a:srgbClr val="4485DC"/>
      </a:accent1>
      <a:accent2>
        <a:srgbClr val="25AAD5"/>
      </a:accent2>
      <a:accent3>
        <a:srgbClr val="5BBEAC"/>
      </a:accent3>
      <a:accent4>
        <a:srgbClr val="6666E2"/>
      </a:accent4>
      <a:accent5>
        <a:srgbClr val="66C26C"/>
      </a:accent5>
      <a:accent6>
        <a:srgbClr val="10CF9B"/>
      </a:accent6>
      <a:hlink>
        <a:srgbClr val="4485DC"/>
      </a:hlink>
      <a:folHlink>
        <a:srgbClr val="25AAD5"/>
      </a:folHlink>
    </a:clrScheme>
    <a:fontScheme name="Custom 2">
      <a:majorFont>
        <a:latin typeface="Aptos Light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hroma_wac_SD_V6" id="{813CACB7-FFBF-451F-BE39-76C974DD84B4}" vid="{7DDF0AE8-F247-461D-B301-0BD9E5C3ACC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58FCE68-7C0E-458F-8958-F02EA893DC0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2C7DF8D-60D2-4621-89C6-7BC9EA12CA7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B99A683-6565-4AA8-B99A-7A5F367B8743}">
  <ds:schemaRefs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sharepoint/v3"/>
    <ds:schemaRef ds:uri="http://schemas.microsoft.com/office/infopath/2007/PartnerControls"/>
    <ds:schemaRef ds:uri="http://purl.org/dc/elements/1.1/"/>
    <ds:schemaRef ds:uri="16c05727-aa75-4e4a-9b5f-8a80a1165891"/>
    <ds:schemaRef ds:uri="http://purl.org/dc/dcmitype/"/>
    <ds:schemaRef ds:uri="71af3243-3dd4-4a8d-8c0d-dd76da1f02a5"/>
    <ds:schemaRef ds:uri="230e9df3-be65-4c73-a93b-d1236ebd677e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803</TotalTime>
  <Words>233</Words>
  <Application>Microsoft Macintosh PowerPoint</Application>
  <PresentationFormat>Widescreen</PresentationFormat>
  <Paragraphs>34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Light</vt:lpstr>
      <vt:lpstr>Arial</vt:lpstr>
      <vt:lpstr>ChromaVTI</vt:lpstr>
      <vt:lpstr>Quantitative Evaluation of Forecast Accuracy for Investment Strategy Management</vt:lpstr>
      <vt:lpstr>Problem Statement</vt:lpstr>
      <vt:lpstr>PowerPoint Presentation</vt:lpstr>
      <vt:lpstr>Tech Stack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Quantitative Evaluation of Forecast Accuracy for Investment Strategy Management</dc:title>
  <dc:creator/>
  <cp:lastModifiedBy>Siddiqui, Wali Ahmed</cp:lastModifiedBy>
  <cp:revision>9</cp:revision>
  <dcterms:created xsi:type="dcterms:W3CDTF">2026-04-21T23:40:27Z</dcterms:created>
  <dcterms:modified xsi:type="dcterms:W3CDTF">2026-04-23T03:50:34Z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